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Lexend Light"/>
      <p:regular r:id="rId18"/>
      <p:bold r:id="rId19"/>
    </p:embeddedFont>
    <p:embeddedFont>
      <p:font typeface="Outfit ExtraBold"/>
      <p:bold r:id="rId20"/>
    </p:embeddedFont>
    <p:embeddedFont>
      <p:font typeface="Outfit"/>
      <p:regular r:id="rId21"/>
      <p:bold r:id="rId22"/>
    </p:embeddedFont>
    <p:embeddedFont>
      <p:font typeface="Outfit Medium"/>
      <p:regular r:id="rId23"/>
      <p:bold r:id="rId24"/>
    </p:embeddedFont>
    <p:embeddedFont>
      <p:font typeface="Lexen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ExtraBold-bold.fntdata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OutfitMedium-bold.fntdata"/><Relationship Id="rId23" Type="http://schemas.openxmlformats.org/officeDocument/2006/relationships/font" Target="fonts/Outfit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-bold.fntdata"/><Relationship Id="rId25" Type="http://schemas.openxmlformats.org/officeDocument/2006/relationships/font" Target="fonts/Lexen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fc30639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dfc30639e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fc30639e_2_8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g33dfc30639e_2_8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g33dfc30639e_2_8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3dfc30639e_2_8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dfc30639e_2_8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g33dfc30639e_2_8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dfc30639e_0_1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4" name="Google Shape;144;g33dfc30639e_0_1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g33dfc30639e_0_1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3dfc30639e_0_1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3dfc30639e_0_1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g33dfc30639e_0_1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fc30639e_0_14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g33dfc30639e_0_14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6" name="Google Shape;156;g33dfc30639e_0_14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3dfc30639e_0_14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3dfc30639e_0_14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g33dfc30639e_0_14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5d26439c1_12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g345d26439c1_12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g345d26439c1_12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45d26439c1_12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45d26439c1_12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g345d26439c1_12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dfc30639e_0_13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2" name="Google Shape;182;g33dfc30639e_0_13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3" name="Google Shape;183;g33dfc30639e_0_13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3dfc30639e_0_13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3dfc30639e_0_13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6" name="Google Shape;186;g33dfc30639e_0_13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5d26439c1_11_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g345d26439c1_11_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4" name="Google Shape;194;g345d26439c1_11_1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45d26439c1_11_1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45d26439c1_11_1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g345d26439c1_11_1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466650" y="1501550"/>
            <a:ext cx="81258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Category Code: </a:t>
            </a:r>
            <a:r>
              <a:rPr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C1 (</a:t>
            </a:r>
            <a:r>
              <a:rPr lang="en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Open Innovation)</a:t>
            </a:r>
            <a:r>
              <a:rPr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	</a:t>
            </a:r>
            <a:endParaRPr sz="2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Problem Statement Title: 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EduTrade - Swap Skills, Gain Expertise</a:t>
            </a:r>
            <a:endParaRPr sz="19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Team Name: </a:t>
            </a:r>
            <a:r>
              <a:rPr lang="en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Caffeine Coders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Institute Name: </a:t>
            </a:r>
            <a:r>
              <a:rPr lang="en" sz="19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Vivekanand Education Society’s Institute of Technology</a:t>
            </a:r>
            <a:endParaRPr sz="2200">
              <a:solidFill>
                <a:srgbClr val="CCA677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-30875" y="-3090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6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Idea / Approach details (&amp; implemented features) </a:t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810900" y="1359250"/>
            <a:ext cx="75507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Problem Statement:</a:t>
            </a:r>
            <a:r>
              <a:rPr lang="en" sz="1500">
                <a:solidFill>
                  <a:schemeClr val="dk1"/>
                </a:solidFill>
              </a:rPr>
              <a:t> Many individuals struggle with limited access to quality education, skills mismatching job market demands, financial constraints, and lack of professional networks, leading to unequal job opportunities.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Solution Overview:</a:t>
            </a:r>
            <a:r>
              <a:rPr lang="en" sz="1500">
                <a:solidFill>
                  <a:schemeClr val="dk1"/>
                </a:solidFill>
              </a:rPr>
              <a:t> EduTrade is an AI-powered platform that bridges the gap between learning and employment. It provides personalized skill assessments, free learning resources, AI-driven job matching, a Skill Swap Marketplace, and instant resume generation to help users secure sustainable careers.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User Roles &amp; Features: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Learner:</a:t>
            </a:r>
            <a:r>
              <a:rPr lang="en" sz="1500">
                <a:solidFill>
                  <a:schemeClr val="dk1"/>
                </a:solidFill>
              </a:rPr>
              <a:t> Skill swap, job applications, study groups, AI recommendations.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Mentor:</a:t>
            </a:r>
            <a:r>
              <a:rPr lang="en" sz="1500">
                <a:solidFill>
                  <a:schemeClr val="dk1"/>
                </a:solidFill>
              </a:rPr>
              <a:t> Skill validation, learning sessions, career guidance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Employer:</a:t>
            </a:r>
            <a:r>
              <a:rPr lang="en" sz="1500">
                <a:solidFill>
                  <a:schemeClr val="dk1"/>
                </a:solidFill>
              </a:rPr>
              <a:t> Job postings, candidate reviews, interviews.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27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Innovation (Showstopper)</a:t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796950" y="1364275"/>
            <a:ext cx="63027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Skill Swap Marketplace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Users exchange skills (e.g., coding for UI/UX) using a time-based token system.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 or manual matching ensures fair and relevant learning exchanges.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Job Market Integration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AI-driven smart job matching connects users with relevant opportunities.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Includes resume building, interview prep, and direct recruitment.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Instant AI Resume &amp; Portfolio Generator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 creates professional resumes, cover letters, and project portfolios.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Real-time updates based on new certifications and work experience.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Gamified Skill Challenges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&amp; Hackathons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Daily challenges, leaderboards, and digital badges for skill mastery.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Community-driven hackathons to foster engagement and innovation.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Personalized Study Groups &amp; Accountability Buddies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 matches users with peers and mentors based on learning goals.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Virtual study groups with progress tracking for motivation.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AutoNum type="arabicPeriod"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Instant Skill Endorsements from Mentors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Industry experts validate skills based on projects and performance.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○"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Enhances credibility, boosting job and freelancing prospects.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8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Tech Stack</a:t>
            </a:r>
            <a:endParaRPr sz="1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968450" y="1388675"/>
            <a:ext cx="7410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Frontend:</a:t>
            </a:r>
            <a:r>
              <a:rPr lang="en" sz="1900">
                <a:solidFill>
                  <a:schemeClr val="dk1"/>
                </a:solidFill>
              </a:rPr>
              <a:t> React.js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Backend:</a:t>
            </a:r>
            <a:r>
              <a:rPr lang="en" sz="1900">
                <a:solidFill>
                  <a:schemeClr val="dk1"/>
                </a:solidFill>
              </a:rPr>
              <a:t> Node.js, Flask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Database:</a:t>
            </a:r>
            <a:r>
              <a:rPr lang="en" sz="1900">
                <a:solidFill>
                  <a:schemeClr val="dk1"/>
                </a:solidFill>
              </a:rPr>
              <a:t> MongoDB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Machine Learning:</a:t>
            </a:r>
            <a:r>
              <a:rPr lang="en" sz="1900">
                <a:solidFill>
                  <a:schemeClr val="dk1"/>
                </a:solidFill>
              </a:rPr>
              <a:t> Python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450" y="3504500"/>
            <a:ext cx="6552399" cy="1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-804200" y="-73450"/>
            <a:ext cx="10058400" cy="5220652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29"/>
          <p:cNvSpPr txBox="1"/>
          <p:nvPr/>
        </p:nvSpPr>
        <p:spPr>
          <a:xfrm>
            <a:off x="138725" y="223050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Prototype</a:t>
            </a:r>
            <a:endParaRPr b="1"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4639150" y="1471275"/>
            <a:ext cx="300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63563"/>
            <a:ext cx="4138574" cy="2972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1086325" y="4335625"/>
            <a:ext cx="19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Learner Dashboard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5200" y="1363575"/>
            <a:ext cx="4197351" cy="297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5350925" y="4335625"/>
            <a:ext cx="196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Dashboard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>
            <a:off x="-801275" y="-331725"/>
            <a:ext cx="10378440" cy="586359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30"/>
          <p:cNvSpPr txBox="1"/>
          <p:nvPr/>
        </p:nvSpPr>
        <p:spPr>
          <a:xfrm>
            <a:off x="0" y="110525"/>
            <a:ext cx="84879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 Case Diagram</a:t>
            </a:r>
            <a:endParaRPr b="1"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0" name="Google Shape;190;p30" title="diagram-export-3-28-2025-9_58_41-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1450" y="1090694"/>
            <a:ext cx="9144003" cy="3985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-801275" y="-331725"/>
            <a:ext cx="10378440" cy="586359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31"/>
          <p:cNvSpPr txBox="1"/>
          <p:nvPr/>
        </p:nvSpPr>
        <p:spPr>
          <a:xfrm>
            <a:off x="0" y="110525"/>
            <a:ext cx="84879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Future Objective</a:t>
            </a:r>
            <a:endParaRPr b="1"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276000" y="1391175"/>
            <a:ext cx="79359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Decentralized Learning &amp; Skill Verification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Blockchain-based certificates for verified skill endorsements.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Decentralized skill records to ensure credibility across platforms.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Metaverse &amp; VR-Based Learning Modules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Immersive learning through VR-based training simulations.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Virtual skill swap rooms for hands-on learning experiences.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Contracts for Skill Exchange &amp; Payments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Secure and automated transactions using blockchain technology.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Ensures fair exchanges and fraud prevention in freelancing &amp; mentorship.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Automated AI Job &amp; Internship Applications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AI auto-applies to relevant jobs and internships based on user skills.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 Light"/>
              <a:buAutoNum type="alphaLcPeriod"/>
            </a:pPr>
            <a:r>
              <a:rPr lang="en" sz="15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Smart tracking of application status and interview scheduling.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