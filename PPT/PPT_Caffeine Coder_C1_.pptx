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21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70" r:id="rId4"/>
    <p:sldMasterId id="2147483671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y="5143500" cx="9144000"/>
  <p:notesSz cx="6858000" cy="9144000"/>
  <p:embeddedFontLst>
    <p:embeddedFont>
      <p:font typeface="Roboto"/>
      <p:regular r:id="rId14"/>
      <p:bold r:id="rId15"/>
      <p:italic r:id="rId16"/>
      <p:boldItalic r:id="rId17"/>
    </p:embeddedFont>
    <p:embeddedFont>
      <p:font typeface="Lexend Light"/>
      <p:regular r:id="rId18"/>
      <p:bold r:id="rId19"/>
    </p:embeddedFont>
    <p:embeddedFont>
      <p:font typeface="Outfit ExtraBold"/>
      <p:bold r:id="rId20"/>
    </p:embeddedFont>
    <p:embeddedFont>
      <p:font typeface="Outfit"/>
      <p:regular r:id="rId21"/>
      <p:bold r:id="rId22"/>
    </p:embeddedFont>
    <p:embeddedFont>
      <p:font typeface="Outfit Medium"/>
      <p:regular r:id="rId23"/>
      <p:bold r:id="rId24"/>
    </p:embeddedFont>
    <p:embeddedFont>
      <p:font typeface="Lexend"/>
      <p:regular r:id="rId25"/>
      <p:bold r:id="rId2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font" Target="fonts/OutfitExtraBold-bold.fntdata"/><Relationship Id="rId22" Type="http://schemas.openxmlformats.org/officeDocument/2006/relationships/font" Target="fonts/Outfit-bold.fntdata"/><Relationship Id="rId21" Type="http://schemas.openxmlformats.org/officeDocument/2006/relationships/font" Target="fonts/Outfit-regular.fntdata"/><Relationship Id="rId24" Type="http://schemas.openxmlformats.org/officeDocument/2006/relationships/font" Target="fonts/OutfitMedium-bold.fntdata"/><Relationship Id="rId23" Type="http://schemas.openxmlformats.org/officeDocument/2006/relationships/font" Target="fonts/OutfitMedium-regular.fntdata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3.xml"/><Relationship Id="rId26" Type="http://schemas.openxmlformats.org/officeDocument/2006/relationships/font" Target="fonts/Lexend-bold.fntdata"/><Relationship Id="rId25" Type="http://schemas.openxmlformats.org/officeDocument/2006/relationships/font" Target="fonts/Lexend-regular.fntdata"/><Relationship Id="rId5" Type="http://schemas.openxmlformats.org/officeDocument/2006/relationships/slideMaster" Target="slideMasters/slideMaster2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11" Type="http://schemas.openxmlformats.org/officeDocument/2006/relationships/slide" Target="slides/slide5.xml"/><Relationship Id="rId10" Type="http://schemas.openxmlformats.org/officeDocument/2006/relationships/slide" Target="slides/slide4.xml"/><Relationship Id="rId13" Type="http://schemas.openxmlformats.org/officeDocument/2006/relationships/slide" Target="slides/slide7.xml"/><Relationship Id="rId12" Type="http://schemas.openxmlformats.org/officeDocument/2006/relationships/slide" Target="slides/slide6.xml"/><Relationship Id="rId15" Type="http://schemas.openxmlformats.org/officeDocument/2006/relationships/font" Target="fonts/Roboto-bold.fntdata"/><Relationship Id="rId14" Type="http://schemas.openxmlformats.org/officeDocument/2006/relationships/font" Target="fonts/Roboto-regular.fntdata"/><Relationship Id="rId17" Type="http://schemas.openxmlformats.org/officeDocument/2006/relationships/font" Target="fonts/Roboto-boldItalic.fntdata"/><Relationship Id="rId16" Type="http://schemas.openxmlformats.org/officeDocument/2006/relationships/font" Target="fonts/Roboto-italic.fntdata"/><Relationship Id="rId19" Type="http://schemas.openxmlformats.org/officeDocument/2006/relationships/font" Target="fonts/LexendLight-bold.fntdata"/><Relationship Id="rId18" Type="http://schemas.openxmlformats.org/officeDocument/2006/relationships/font" Target="fonts/LexendLight-regular.fntdata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g33dfc30639e_6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7" name="Google Shape;127;g33dfc30639e_6_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g33dfc30639e_2_80:notes"/>
          <p:cNvSpPr txBox="1"/>
          <p:nvPr>
            <p:ph idx="2" type="hdr"/>
          </p:nvPr>
        </p:nvSpPr>
        <p:spPr>
          <a:xfrm>
            <a:off x="0" y="0"/>
            <a:ext cx="39624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</p:txBody>
      </p:sp>
      <p:sp>
        <p:nvSpPr>
          <p:cNvPr id="133" name="Google Shape;133;g33dfc30639e_2_80:notes"/>
          <p:cNvSpPr txBox="1"/>
          <p:nvPr>
            <p:ph idx="10" type="dt"/>
          </p:nvPr>
        </p:nvSpPr>
        <p:spPr>
          <a:xfrm>
            <a:off x="5180013" y="0"/>
            <a:ext cx="39624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1.7.2013</a:t>
            </a:r>
            <a:endParaRPr/>
          </a:p>
        </p:txBody>
      </p:sp>
      <p:sp>
        <p:nvSpPr>
          <p:cNvPr id="134" name="Google Shape;134;g33dfc30639e_2_80:notes"/>
          <p:cNvSpPr/>
          <p:nvPr>
            <p:ph idx="3" type="sldImg"/>
          </p:nvPr>
        </p:nvSpPr>
        <p:spPr>
          <a:xfrm>
            <a:off x="2857500" y="512763"/>
            <a:ext cx="3429000" cy="2566987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5" name="Google Shape;135;g33dfc30639e_2_80:notes"/>
          <p:cNvSpPr txBox="1"/>
          <p:nvPr>
            <p:ph idx="1" type="body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6" name="Google Shape;136;g33dfc30639e_2_80:notes"/>
          <p:cNvSpPr txBox="1"/>
          <p:nvPr>
            <p:ph idx="11" type="ftr"/>
          </p:nvPr>
        </p:nvSpPr>
        <p:spPr>
          <a:xfrm>
            <a:off x="0" y="6502400"/>
            <a:ext cx="3962400" cy="341313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</p:txBody>
      </p:sp>
      <p:sp>
        <p:nvSpPr>
          <p:cNvPr id="137" name="Google Shape;137;g33dfc30639e_2_80:notes"/>
          <p:cNvSpPr txBox="1"/>
          <p:nvPr>
            <p:ph idx="12" type="sldNum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g33dfc30639e_0_125:notes"/>
          <p:cNvSpPr txBox="1"/>
          <p:nvPr>
            <p:ph idx="2" type="hdr"/>
          </p:nvPr>
        </p:nvSpPr>
        <p:spPr>
          <a:xfrm>
            <a:off x="0" y="0"/>
            <a:ext cx="39624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</p:txBody>
      </p:sp>
      <p:sp>
        <p:nvSpPr>
          <p:cNvPr id="144" name="Google Shape;144;g33dfc30639e_0_125:notes"/>
          <p:cNvSpPr txBox="1"/>
          <p:nvPr>
            <p:ph idx="10" type="dt"/>
          </p:nvPr>
        </p:nvSpPr>
        <p:spPr>
          <a:xfrm>
            <a:off x="5180013" y="0"/>
            <a:ext cx="39624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1.7.2013</a:t>
            </a:r>
            <a:endParaRPr/>
          </a:p>
        </p:txBody>
      </p:sp>
      <p:sp>
        <p:nvSpPr>
          <p:cNvPr id="145" name="Google Shape;145;g33dfc30639e_0_125:notes"/>
          <p:cNvSpPr/>
          <p:nvPr>
            <p:ph idx="3" type="sldImg"/>
          </p:nvPr>
        </p:nvSpPr>
        <p:spPr>
          <a:xfrm>
            <a:off x="2857500" y="512763"/>
            <a:ext cx="3429000" cy="2567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6" name="Google Shape;146;g33dfc30639e_0_125:notes"/>
          <p:cNvSpPr txBox="1"/>
          <p:nvPr>
            <p:ph idx="1" type="body"/>
          </p:nvPr>
        </p:nvSpPr>
        <p:spPr>
          <a:xfrm>
            <a:off x="914400" y="3251200"/>
            <a:ext cx="7315200" cy="3081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7" name="Google Shape;147;g33dfc30639e_0_125:notes"/>
          <p:cNvSpPr txBox="1"/>
          <p:nvPr>
            <p:ph idx="11" type="ftr"/>
          </p:nvPr>
        </p:nvSpPr>
        <p:spPr>
          <a:xfrm>
            <a:off x="0" y="6502400"/>
            <a:ext cx="3962400" cy="341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</p:txBody>
      </p:sp>
      <p:sp>
        <p:nvSpPr>
          <p:cNvPr id="148" name="Google Shape;148;g33dfc30639e_0_125:notes"/>
          <p:cNvSpPr txBox="1"/>
          <p:nvPr>
            <p:ph idx="12" type="sldNum"/>
          </p:nvPr>
        </p:nvSpPr>
        <p:spPr>
          <a:xfrm>
            <a:off x="5180013" y="6502400"/>
            <a:ext cx="3962400" cy="341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g33dfc30639e_0_149:notes"/>
          <p:cNvSpPr txBox="1"/>
          <p:nvPr>
            <p:ph idx="2" type="hdr"/>
          </p:nvPr>
        </p:nvSpPr>
        <p:spPr>
          <a:xfrm>
            <a:off x="0" y="0"/>
            <a:ext cx="39624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</p:txBody>
      </p:sp>
      <p:sp>
        <p:nvSpPr>
          <p:cNvPr id="155" name="Google Shape;155;g33dfc30639e_0_149:notes"/>
          <p:cNvSpPr txBox="1"/>
          <p:nvPr>
            <p:ph idx="10" type="dt"/>
          </p:nvPr>
        </p:nvSpPr>
        <p:spPr>
          <a:xfrm>
            <a:off x="5180013" y="0"/>
            <a:ext cx="39624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1.7.2013</a:t>
            </a:r>
            <a:endParaRPr/>
          </a:p>
        </p:txBody>
      </p:sp>
      <p:sp>
        <p:nvSpPr>
          <p:cNvPr id="156" name="Google Shape;156;g33dfc30639e_0_149:notes"/>
          <p:cNvSpPr/>
          <p:nvPr>
            <p:ph idx="3" type="sldImg"/>
          </p:nvPr>
        </p:nvSpPr>
        <p:spPr>
          <a:xfrm>
            <a:off x="2857500" y="512763"/>
            <a:ext cx="3429000" cy="2567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7" name="Google Shape;157;g33dfc30639e_0_149:notes"/>
          <p:cNvSpPr txBox="1"/>
          <p:nvPr>
            <p:ph idx="1" type="body"/>
          </p:nvPr>
        </p:nvSpPr>
        <p:spPr>
          <a:xfrm>
            <a:off x="914400" y="3251200"/>
            <a:ext cx="7315200" cy="3081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8" name="Google Shape;158;g33dfc30639e_0_149:notes"/>
          <p:cNvSpPr txBox="1"/>
          <p:nvPr>
            <p:ph idx="11" type="ftr"/>
          </p:nvPr>
        </p:nvSpPr>
        <p:spPr>
          <a:xfrm>
            <a:off x="0" y="6502400"/>
            <a:ext cx="3962400" cy="341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</p:txBody>
      </p:sp>
      <p:sp>
        <p:nvSpPr>
          <p:cNvPr id="159" name="Google Shape;159;g33dfc30639e_0_149:notes"/>
          <p:cNvSpPr txBox="1"/>
          <p:nvPr>
            <p:ph idx="12" type="sldNum"/>
          </p:nvPr>
        </p:nvSpPr>
        <p:spPr>
          <a:xfrm>
            <a:off x="5180013" y="6502400"/>
            <a:ext cx="3962400" cy="341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g345d26439c1_12_0:notes"/>
          <p:cNvSpPr txBox="1"/>
          <p:nvPr>
            <p:ph idx="2" type="hdr"/>
          </p:nvPr>
        </p:nvSpPr>
        <p:spPr>
          <a:xfrm>
            <a:off x="0" y="0"/>
            <a:ext cx="39624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</p:txBody>
      </p:sp>
      <p:sp>
        <p:nvSpPr>
          <p:cNvPr id="167" name="Google Shape;167;g345d26439c1_12_0:notes"/>
          <p:cNvSpPr txBox="1"/>
          <p:nvPr>
            <p:ph idx="10" type="dt"/>
          </p:nvPr>
        </p:nvSpPr>
        <p:spPr>
          <a:xfrm>
            <a:off x="5180013" y="0"/>
            <a:ext cx="39624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1.7.2013</a:t>
            </a:r>
            <a:endParaRPr/>
          </a:p>
        </p:txBody>
      </p:sp>
      <p:sp>
        <p:nvSpPr>
          <p:cNvPr id="168" name="Google Shape;168;g345d26439c1_12_0:notes"/>
          <p:cNvSpPr/>
          <p:nvPr>
            <p:ph idx="3" type="sldImg"/>
          </p:nvPr>
        </p:nvSpPr>
        <p:spPr>
          <a:xfrm>
            <a:off x="2857500" y="512763"/>
            <a:ext cx="3429000" cy="2567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9" name="Google Shape;169;g345d26439c1_12_0:notes"/>
          <p:cNvSpPr txBox="1"/>
          <p:nvPr>
            <p:ph idx="1" type="body"/>
          </p:nvPr>
        </p:nvSpPr>
        <p:spPr>
          <a:xfrm>
            <a:off x="914400" y="3251200"/>
            <a:ext cx="7315200" cy="3081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0" name="Google Shape;170;g345d26439c1_12_0:notes"/>
          <p:cNvSpPr txBox="1"/>
          <p:nvPr>
            <p:ph idx="11" type="ftr"/>
          </p:nvPr>
        </p:nvSpPr>
        <p:spPr>
          <a:xfrm>
            <a:off x="0" y="6502400"/>
            <a:ext cx="3962400" cy="341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</p:txBody>
      </p:sp>
      <p:sp>
        <p:nvSpPr>
          <p:cNvPr id="171" name="Google Shape;171;g345d26439c1_12_0:notes"/>
          <p:cNvSpPr txBox="1"/>
          <p:nvPr>
            <p:ph idx="12" type="sldNum"/>
          </p:nvPr>
        </p:nvSpPr>
        <p:spPr>
          <a:xfrm>
            <a:off x="5180013" y="6502400"/>
            <a:ext cx="3962400" cy="341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g33dfc30639e_0_133:notes"/>
          <p:cNvSpPr txBox="1"/>
          <p:nvPr>
            <p:ph idx="2" type="hdr"/>
          </p:nvPr>
        </p:nvSpPr>
        <p:spPr>
          <a:xfrm>
            <a:off x="0" y="0"/>
            <a:ext cx="39624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</p:txBody>
      </p:sp>
      <p:sp>
        <p:nvSpPr>
          <p:cNvPr id="182" name="Google Shape;182;g33dfc30639e_0_133:notes"/>
          <p:cNvSpPr txBox="1"/>
          <p:nvPr>
            <p:ph idx="10" type="dt"/>
          </p:nvPr>
        </p:nvSpPr>
        <p:spPr>
          <a:xfrm>
            <a:off x="5180013" y="0"/>
            <a:ext cx="39624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1.7.2013</a:t>
            </a:r>
            <a:endParaRPr/>
          </a:p>
        </p:txBody>
      </p:sp>
      <p:sp>
        <p:nvSpPr>
          <p:cNvPr id="183" name="Google Shape;183;g33dfc30639e_0_133:notes"/>
          <p:cNvSpPr/>
          <p:nvPr>
            <p:ph idx="3" type="sldImg"/>
          </p:nvPr>
        </p:nvSpPr>
        <p:spPr>
          <a:xfrm>
            <a:off x="2857500" y="512763"/>
            <a:ext cx="3429000" cy="2567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4" name="Google Shape;184;g33dfc30639e_0_133:notes"/>
          <p:cNvSpPr txBox="1"/>
          <p:nvPr>
            <p:ph idx="1" type="body"/>
          </p:nvPr>
        </p:nvSpPr>
        <p:spPr>
          <a:xfrm>
            <a:off x="914400" y="3251200"/>
            <a:ext cx="7315200" cy="3081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5" name="Google Shape;185;g33dfc30639e_0_133:notes"/>
          <p:cNvSpPr txBox="1"/>
          <p:nvPr>
            <p:ph idx="11" type="ftr"/>
          </p:nvPr>
        </p:nvSpPr>
        <p:spPr>
          <a:xfrm>
            <a:off x="0" y="6502400"/>
            <a:ext cx="3962400" cy="341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</p:txBody>
      </p:sp>
      <p:sp>
        <p:nvSpPr>
          <p:cNvPr id="186" name="Google Shape;186;g33dfc30639e_0_133:notes"/>
          <p:cNvSpPr txBox="1"/>
          <p:nvPr>
            <p:ph idx="12" type="sldNum"/>
          </p:nvPr>
        </p:nvSpPr>
        <p:spPr>
          <a:xfrm>
            <a:off x="5180013" y="6502400"/>
            <a:ext cx="3962400" cy="341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g345d26439c1_11_12:notes"/>
          <p:cNvSpPr txBox="1"/>
          <p:nvPr>
            <p:ph idx="2" type="hdr"/>
          </p:nvPr>
        </p:nvSpPr>
        <p:spPr>
          <a:xfrm>
            <a:off x="0" y="0"/>
            <a:ext cx="39624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</p:txBody>
      </p:sp>
      <p:sp>
        <p:nvSpPr>
          <p:cNvPr id="193" name="Google Shape;193;g345d26439c1_11_12:notes"/>
          <p:cNvSpPr txBox="1"/>
          <p:nvPr>
            <p:ph idx="10" type="dt"/>
          </p:nvPr>
        </p:nvSpPr>
        <p:spPr>
          <a:xfrm>
            <a:off x="5180013" y="0"/>
            <a:ext cx="39624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1.7.2013</a:t>
            </a:r>
            <a:endParaRPr/>
          </a:p>
        </p:txBody>
      </p:sp>
      <p:sp>
        <p:nvSpPr>
          <p:cNvPr id="194" name="Google Shape;194;g345d26439c1_11_12:notes"/>
          <p:cNvSpPr/>
          <p:nvPr>
            <p:ph idx="3" type="sldImg"/>
          </p:nvPr>
        </p:nvSpPr>
        <p:spPr>
          <a:xfrm>
            <a:off x="2857500" y="512763"/>
            <a:ext cx="3429000" cy="2567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95" name="Google Shape;195;g345d26439c1_11_12:notes"/>
          <p:cNvSpPr txBox="1"/>
          <p:nvPr>
            <p:ph idx="1" type="body"/>
          </p:nvPr>
        </p:nvSpPr>
        <p:spPr>
          <a:xfrm>
            <a:off x="914400" y="3251200"/>
            <a:ext cx="7315200" cy="3081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g345d26439c1_11_12:notes"/>
          <p:cNvSpPr txBox="1"/>
          <p:nvPr>
            <p:ph idx="11" type="ftr"/>
          </p:nvPr>
        </p:nvSpPr>
        <p:spPr>
          <a:xfrm>
            <a:off x="0" y="6502400"/>
            <a:ext cx="3962400" cy="341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</p:txBody>
      </p:sp>
      <p:sp>
        <p:nvSpPr>
          <p:cNvPr id="197" name="Google Shape;197;g345d26439c1_11_12:notes"/>
          <p:cNvSpPr txBox="1"/>
          <p:nvPr>
            <p:ph idx="12" type="sldNum"/>
          </p:nvPr>
        </p:nvSpPr>
        <p:spPr>
          <a:xfrm>
            <a:off x="5180013" y="6502400"/>
            <a:ext cx="3962400" cy="341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4"/>
          <p:cNvSpPr txBox="1"/>
          <p:nvPr>
            <p:ph idx="10" type="dt"/>
          </p:nvPr>
        </p:nvSpPr>
        <p:spPr>
          <a:xfrm>
            <a:off x="228600" y="3178175"/>
            <a:ext cx="1066800" cy="182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22850" lIns="45725" spcFirstLastPara="1" rIns="45725" wrap="square" tIns="2285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/>
        </p:txBody>
      </p:sp>
      <p:sp>
        <p:nvSpPr>
          <p:cNvPr id="58" name="Google Shape;58;p14"/>
          <p:cNvSpPr txBox="1"/>
          <p:nvPr>
            <p:ph idx="11" type="ftr"/>
          </p:nvPr>
        </p:nvSpPr>
        <p:spPr>
          <a:xfrm>
            <a:off x="1562100" y="3178175"/>
            <a:ext cx="1447800" cy="182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22850" lIns="45725" spcFirstLastPara="1" rIns="45725" wrap="square" tIns="2285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/>
        </p:txBody>
      </p:sp>
      <p:sp>
        <p:nvSpPr>
          <p:cNvPr id="59" name="Google Shape;59;p14"/>
          <p:cNvSpPr txBox="1"/>
          <p:nvPr>
            <p:ph idx="12" type="sldNum"/>
          </p:nvPr>
        </p:nvSpPr>
        <p:spPr>
          <a:xfrm>
            <a:off x="3276600" y="3178175"/>
            <a:ext cx="1066800" cy="182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22850" lIns="45725" spcFirstLastPara="1" rIns="45725" wrap="square" tIns="2285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5"/>
          <p:cNvSpPr txBox="1"/>
          <p:nvPr>
            <p:ph type="ctrTitle"/>
          </p:nvPr>
        </p:nvSpPr>
        <p:spPr>
          <a:xfrm>
            <a:off x="342900" y="1065213"/>
            <a:ext cx="3886200" cy="735013"/>
          </a:xfrm>
          <a:prstGeom prst="rect">
            <a:avLst/>
          </a:prstGeom>
          <a:noFill/>
          <a:ln>
            <a:noFill/>
          </a:ln>
        </p:spPr>
        <p:txBody>
          <a:bodyPr anchorCtr="0" anchor="ctr" bIns="22850" lIns="45725" spcFirstLastPara="1" rIns="45725" wrap="square" tIns="2285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/>
        </p:txBody>
      </p:sp>
      <p:sp>
        <p:nvSpPr>
          <p:cNvPr id="62" name="Google Shape;62;p15"/>
          <p:cNvSpPr txBox="1"/>
          <p:nvPr>
            <p:ph idx="1" type="subTitle"/>
          </p:nvPr>
        </p:nvSpPr>
        <p:spPr>
          <a:xfrm>
            <a:off x="685800" y="1943100"/>
            <a:ext cx="3200400" cy="876300"/>
          </a:xfrm>
          <a:prstGeom prst="rect">
            <a:avLst/>
          </a:prstGeom>
          <a:noFill/>
          <a:ln>
            <a:noFill/>
          </a:ln>
        </p:spPr>
        <p:txBody>
          <a:bodyPr anchorCtr="0" anchor="t" bIns="22850" lIns="45725" spcFirstLastPara="1" rIns="45725" wrap="square" tIns="22850">
            <a:normAutofit/>
          </a:bodyPr>
          <a:lstStyle>
            <a:lvl1pPr lvl="0" algn="ctr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63" name="Google Shape;63;p15"/>
          <p:cNvSpPr txBox="1"/>
          <p:nvPr>
            <p:ph idx="10" type="dt"/>
          </p:nvPr>
        </p:nvSpPr>
        <p:spPr>
          <a:xfrm>
            <a:off x="228600" y="3178175"/>
            <a:ext cx="1066800" cy="182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22850" lIns="45725" spcFirstLastPara="1" rIns="45725" wrap="square" tIns="2285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/>
        </p:txBody>
      </p:sp>
      <p:sp>
        <p:nvSpPr>
          <p:cNvPr id="64" name="Google Shape;64;p15"/>
          <p:cNvSpPr txBox="1"/>
          <p:nvPr>
            <p:ph idx="11" type="ftr"/>
          </p:nvPr>
        </p:nvSpPr>
        <p:spPr>
          <a:xfrm>
            <a:off x="1562100" y="3178175"/>
            <a:ext cx="1447800" cy="182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22850" lIns="45725" spcFirstLastPara="1" rIns="45725" wrap="square" tIns="2285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/>
        </p:txBody>
      </p:sp>
      <p:sp>
        <p:nvSpPr>
          <p:cNvPr id="65" name="Google Shape;65;p15"/>
          <p:cNvSpPr txBox="1"/>
          <p:nvPr>
            <p:ph idx="12" type="sldNum"/>
          </p:nvPr>
        </p:nvSpPr>
        <p:spPr>
          <a:xfrm>
            <a:off x="3276600" y="3178175"/>
            <a:ext cx="1066800" cy="182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22850" lIns="45725" spcFirstLastPara="1" rIns="45725" wrap="square" tIns="2285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6"/>
          <p:cNvSpPr txBox="1"/>
          <p:nvPr>
            <p:ph type="title"/>
          </p:nvPr>
        </p:nvSpPr>
        <p:spPr>
          <a:xfrm>
            <a:off x="228600" y="137319"/>
            <a:ext cx="41148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2850" lIns="45725" spcFirstLastPara="1" rIns="45725" wrap="square" tIns="2285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/>
        </p:txBody>
      </p:sp>
      <p:sp>
        <p:nvSpPr>
          <p:cNvPr id="68" name="Google Shape;68;p16"/>
          <p:cNvSpPr txBox="1"/>
          <p:nvPr>
            <p:ph idx="1" type="body"/>
          </p:nvPr>
        </p:nvSpPr>
        <p:spPr>
          <a:xfrm>
            <a:off x="228600" y="800100"/>
            <a:ext cx="4114800" cy="2262982"/>
          </a:xfrm>
          <a:prstGeom prst="rect">
            <a:avLst/>
          </a:prstGeom>
          <a:noFill/>
          <a:ln>
            <a:noFill/>
          </a:ln>
        </p:spPr>
        <p:txBody>
          <a:bodyPr anchorCtr="0" anchor="t" bIns="22850" lIns="45725" spcFirstLastPara="1" rIns="45725" wrap="square" tIns="22850">
            <a:normAutofit/>
          </a:bodyPr>
          <a:lstStyle>
            <a:lvl1pPr indent="-285750" lvl="0" marL="4572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•"/>
              <a:defRPr/>
            </a:lvl1pPr>
            <a:lvl2pPr indent="-285750" lvl="1" marL="9144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–"/>
              <a:defRPr/>
            </a:lvl2pPr>
            <a:lvl3pPr indent="-28575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•"/>
              <a:defRPr/>
            </a:lvl3pPr>
            <a:lvl4pPr indent="-285750" lvl="3" marL="18288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–"/>
              <a:defRPr/>
            </a:lvl4pPr>
            <a:lvl5pPr indent="-285750" lvl="4" marL="22860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»"/>
              <a:defRPr/>
            </a:lvl5pPr>
            <a:lvl6pPr indent="-285750" lvl="5" marL="27432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•"/>
              <a:defRPr/>
            </a:lvl6pPr>
            <a:lvl7pPr indent="-285750" lvl="6" marL="32004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•"/>
              <a:defRPr/>
            </a:lvl7pPr>
            <a:lvl8pPr indent="-285750" lvl="7" marL="3657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•"/>
              <a:defRPr/>
            </a:lvl8pPr>
            <a:lvl9pPr indent="-285750" lvl="8" marL="41148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•"/>
              <a:defRPr/>
            </a:lvl9pPr>
          </a:lstStyle>
          <a:p/>
        </p:txBody>
      </p:sp>
      <p:sp>
        <p:nvSpPr>
          <p:cNvPr id="69" name="Google Shape;69;p16"/>
          <p:cNvSpPr txBox="1"/>
          <p:nvPr>
            <p:ph idx="10" type="dt"/>
          </p:nvPr>
        </p:nvSpPr>
        <p:spPr>
          <a:xfrm>
            <a:off x="228600" y="3178175"/>
            <a:ext cx="1066800" cy="182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22850" lIns="45725" spcFirstLastPara="1" rIns="45725" wrap="square" tIns="2285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/>
        </p:txBody>
      </p:sp>
      <p:sp>
        <p:nvSpPr>
          <p:cNvPr id="70" name="Google Shape;70;p16"/>
          <p:cNvSpPr txBox="1"/>
          <p:nvPr>
            <p:ph idx="11" type="ftr"/>
          </p:nvPr>
        </p:nvSpPr>
        <p:spPr>
          <a:xfrm>
            <a:off x="1562100" y="3178175"/>
            <a:ext cx="1447800" cy="182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22850" lIns="45725" spcFirstLastPara="1" rIns="45725" wrap="square" tIns="2285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/>
        </p:txBody>
      </p:sp>
      <p:sp>
        <p:nvSpPr>
          <p:cNvPr id="71" name="Google Shape;71;p16"/>
          <p:cNvSpPr txBox="1"/>
          <p:nvPr>
            <p:ph idx="12" type="sldNum"/>
          </p:nvPr>
        </p:nvSpPr>
        <p:spPr>
          <a:xfrm>
            <a:off x="3276600" y="3178175"/>
            <a:ext cx="1066800" cy="182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22850" lIns="45725" spcFirstLastPara="1" rIns="45725" wrap="square" tIns="2285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7"/>
          <p:cNvSpPr txBox="1"/>
          <p:nvPr>
            <p:ph type="title"/>
          </p:nvPr>
        </p:nvSpPr>
        <p:spPr>
          <a:xfrm>
            <a:off x="361156" y="2203450"/>
            <a:ext cx="3886200" cy="681038"/>
          </a:xfrm>
          <a:prstGeom prst="rect">
            <a:avLst/>
          </a:prstGeom>
          <a:noFill/>
          <a:ln>
            <a:noFill/>
          </a:ln>
        </p:spPr>
        <p:txBody>
          <a:bodyPr anchorCtr="0" anchor="t" bIns="22850" lIns="45725" spcFirstLastPara="1" rIns="45725" wrap="square" tIns="2285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 cap="none"/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/>
        </p:txBody>
      </p:sp>
      <p:sp>
        <p:nvSpPr>
          <p:cNvPr id="74" name="Google Shape;74;p17"/>
          <p:cNvSpPr txBox="1"/>
          <p:nvPr>
            <p:ph idx="1" type="body"/>
          </p:nvPr>
        </p:nvSpPr>
        <p:spPr>
          <a:xfrm>
            <a:off x="361156" y="1453357"/>
            <a:ext cx="3886200" cy="750094"/>
          </a:xfrm>
          <a:prstGeom prst="rect">
            <a:avLst/>
          </a:prstGeom>
          <a:noFill/>
          <a:ln>
            <a:noFill/>
          </a:ln>
        </p:spPr>
        <p:txBody>
          <a:bodyPr anchorCtr="0" anchor="b" bIns="22850" lIns="45725" spcFirstLastPara="1" rIns="45725" wrap="square" tIns="22850">
            <a:normAutofit/>
          </a:bodyPr>
          <a:lstStyle>
            <a:lvl1pPr indent="-228600" lvl="0" marL="457200" algn="l"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000"/>
              <a:buNone/>
              <a:defRPr sz="1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900"/>
              <a:buNone/>
              <a:defRPr sz="9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800"/>
              <a:buNone/>
              <a:defRPr sz="8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100"/>
              </a:spcBef>
              <a:spcAft>
                <a:spcPts val="0"/>
              </a:spcAft>
              <a:buClr>
                <a:srgbClr val="888888"/>
              </a:buClr>
              <a:buSzPts val="700"/>
              <a:buNone/>
              <a:defRPr sz="7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100"/>
              </a:spcBef>
              <a:spcAft>
                <a:spcPts val="0"/>
              </a:spcAft>
              <a:buClr>
                <a:srgbClr val="888888"/>
              </a:buClr>
              <a:buSzPts val="700"/>
              <a:buNone/>
              <a:defRPr sz="7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100"/>
              </a:spcBef>
              <a:spcAft>
                <a:spcPts val="0"/>
              </a:spcAft>
              <a:buClr>
                <a:srgbClr val="888888"/>
              </a:buClr>
              <a:buSzPts val="700"/>
              <a:buNone/>
              <a:defRPr sz="7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100"/>
              </a:spcBef>
              <a:spcAft>
                <a:spcPts val="0"/>
              </a:spcAft>
              <a:buClr>
                <a:srgbClr val="888888"/>
              </a:buClr>
              <a:buSzPts val="700"/>
              <a:buNone/>
              <a:defRPr sz="7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100"/>
              </a:spcBef>
              <a:spcAft>
                <a:spcPts val="0"/>
              </a:spcAft>
              <a:buClr>
                <a:srgbClr val="888888"/>
              </a:buClr>
              <a:buSzPts val="700"/>
              <a:buNone/>
              <a:defRPr sz="7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100"/>
              </a:spcBef>
              <a:spcAft>
                <a:spcPts val="0"/>
              </a:spcAft>
              <a:buClr>
                <a:srgbClr val="888888"/>
              </a:buClr>
              <a:buSzPts val="700"/>
              <a:buNone/>
              <a:defRPr sz="7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75" name="Google Shape;75;p17"/>
          <p:cNvSpPr txBox="1"/>
          <p:nvPr>
            <p:ph idx="10" type="dt"/>
          </p:nvPr>
        </p:nvSpPr>
        <p:spPr>
          <a:xfrm>
            <a:off x="228600" y="3178175"/>
            <a:ext cx="1066800" cy="182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22850" lIns="45725" spcFirstLastPara="1" rIns="45725" wrap="square" tIns="2285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/>
        </p:txBody>
      </p:sp>
      <p:sp>
        <p:nvSpPr>
          <p:cNvPr id="76" name="Google Shape;76;p17"/>
          <p:cNvSpPr txBox="1"/>
          <p:nvPr>
            <p:ph idx="11" type="ftr"/>
          </p:nvPr>
        </p:nvSpPr>
        <p:spPr>
          <a:xfrm>
            <a:off x="1562100" y="3178175"/>
            <a:ext cx="1447800" cy="182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22850" lIns="45725" spcFirstLastPara="1" rIns="45725" wrap="square" tIns="2285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/>
        </p:txBody>
      </p:sp>
      <p:sp>
        <p:nvSpPr>
          <p:cNvPr id="77" name="Google Shape;77;p17"/>
          <p:cNvSpPr txBox="1"/>
          <p:nvPr>
            <p:ph idx="12" type="sldNum"/>
          </p:nvPr>
        </p:nvSpPr>
        <p:spPr>
          <a:xfrm>
            <a:off x="3276600" y="3178175"/>
            <a:ext cx="1066800" cy="182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22850" lIns="45725" spcFirstLastPara="1" rIns="45725" wrap="square" tIns="2285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8"/>
          <p:cNvSpPr txBox="1"/>
          <p:nvPr>
            <p:ph type="title"/>
          </p:nvPr>
        </p:nvSpPr>
        <p:spPr>
          <a:xfrm>
            <a:off x="228600" y="137319"/>
            <a:ext cx="41148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2850" lIns="45725" spcFirstLastPara="1" rIns="45725" wrap="square" tIns="2285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/>
        </p:txBody>
      </p:sp>
      <p:sp>
        <p:nvSpPr>
          <p:cNvPr id="80" name="Google Shape;80;p18"/>
          <p:cNvSpPr txBox="1"/>
          <p:nvPr>
            <p:ph idx="1" type="body"/>
          </p:nvPr>
        </p:nvSpPr>
        <p:spPr>
          <a:xfrm>
            <a:off x="228600" y="800100"/>
            <a:ext cx="2019300" cy="2262982"/>
          </a:xfrm>
          <a:prstGeom prst="rect">
            <a:avLst/>
          </a:prstGeom>
          <a:noFill/>
          <a:ln>
            <a:noFill/>
          </a:ln>
        </p:spPr>
        <p:txBody>
          <a:bodyPr anchorCtr="0" anchor="t" bIns="22850" lIns="45725" spcFirstLastPara="1" rIns="45725" wrap="square" tIns="22850">
            <a:normAutofit/>
          </a:bodyPr>
          <a:lstStyle>
            <a:lvl1pPr indent="-317500" lvl="0" marL="4572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1pPr>
            <a:lvl2pPr indent="-304800" lvl="1" marL="9144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–"/>
              <a:defRPr sz="1200"/>
            </a:lvl2pPr>
            <a:lvl3pPr indent="-2921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Char char="•"/>
              <a:defRPr sz="1000"/>
            </a:lvl3pPr>
            <a:lvl4pPr indent="-285750" lvl="3" marL="18288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–"/>
              <a:defRPr sz="900"/>
            </a:lvl4pPr>
            <a:lvl5pPr indent="-285750" lvl="4" marL="22860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»"/>
              <a:defRPr sz="900"/>
            </a:lvl5pPr>
            <a:lvl6pPr indent="-285750" lvl="5" marL="27432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•"/>
              <a:defRPr sz="900"/>
            </a:lvl6pPr>
            <a:lvl7pPr indent="-285750" lvl="6" marL="32004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•"/>
              <a:defRPr sz="900"/>
            </a:lvl7pPr>
            <a:lvl8pPr indent="-285750" lvl="7" marL="3657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•"/>
              <a:defRPr sz="900"/>
            </a:lvl8pPr>
            <a:lvl9pPr indent="-285750" lvl="8" marL="41148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•"/>
              <a:defRPr sz="900"/>
            </a:lvl9pPr>
          </a:lstStyle>
          <a:p/>
        </p:txBody>
      </p:sp>
      <p:sp>
        <p:nvSpPr>
          <p:cNvPr id="81" name="Google Shape;81;p18"/>
          <p:cNvSpPr txBox="1"/>
          <p:nvPr>
            <p:ph idx="2" type="body"/>
          </p:nvPr>
        </p:nvSpPr>
        <p:spPr>
          <a:xfrm>
            <a:off x="2324100" y="800100"/>
            <a:ext cx="2019300" cy="2262982"/>
          </a:xfrm>
          <a:prstGeom prst="rect">
            <a:avLst/>
          </a:prstGeom>
          <a:noFill/>
          <a:ln>
            <a:noFill/>
          </a:ln>
        </p:spPr>
        <p:txBody>
          <a:bodyPr anchorCtr="0" anchor="t" bIns="22850" lIns="45725" spcFirstLastPara="1" rIns="45725" wrap="square" tIns="22850">
            <a:normAutofit/>
          </a:bodyPr>
          <a:lstStyle>
            <a:lvl1pPr indent="-317500" lvl="0" marL="4572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1pPr>
            <a:lvl2pPr indent="-304800" lvl="1" marL="9144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–"/>
              <a:defRPr sz="1200"/>
            </a:lvl2pPr>
            <a:lvl3pPr indent="-2921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Char char="•"/>
              <a:defRPr sz="1000"/>
            </a:lvl3pPr>
            <a:lvl4pPr indent="-285750" lvl="3" marL="18288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–"/>
              <a:defRPr sz="900"/>
            </a:lvl4pPr>
            <a:lvl5pPr indent="-285750" lvl="4" marL="22860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»"/>
              <a:defRPr sz="900"/>
            </a:lvl5pPr>
            <a:lvl6pPr indent="-285750" lvl="5" marL="27432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•"/>
              <a:defRPr sz="900"/>
            </a:lvl6pPr>
            <a:lvl7pPr indent="-285750" lvl="6" marL="32004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•"/>
              <a:defRPr sz="900"/>
            </a:lvl7pPr>
            <a:lvl8pPr indent="-285750" lvl="7" marL="3657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•"/>
              <a:defRPr sz="900"/>
            </a:lvl8pPr>
            <a:lvl9pPr indent="-285750" lvl="8" marL="41148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•"/>
              <a:defRPr sz="900"/>
            </a:lvl9pPr>
          </a:lstStyle>
          <a:p/>
        </p:txBody>
      </p:sp>
      <p:sp>
        <p:nvSpPr>
          <p:cNvPr id="82" name="Google Shape;82;p18"/>
          <p:cNvSpPr txBox="1"/>
          <p:nvPr>
            <p:ph idx="10" type="dt"/>
          </p:nvPr>
        </p:nvSpPr>
        <p:spPr>
          <a:xfrm>
            <a:off x="228600" y="3178175"/>
            <a:ext cx="1066800" cy="182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22850" lIns="45725" spcFirstLastPara="1" rIns="45725" wrap="square" tIns="2285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/>
        </p:txBody>
      </p:sp>
      <p:sp>
        <p:nvSpPr>
          <p:cNvPr id="83" name="Google Shape;83;p18"/>
          <p:cNvSpPr txBox="1"/>
          <p:nvPr>
            <p:ph idx="11" type="ftr"/>
          </p:nvPr>
        </p:nvSpPr>
        <p:spPr>
          <a:xfrm>
            <a:off x="1562100" y="3178175"/>
            <a:ext cx="1447800" cy="182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22850" lIns="45725" spcFirstLastPara="1" rIns="45725" wrap="square" tIns="2285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/>
        </p:txBody>
      </p:sp>
      <p:sp>
        <p:nvSpPr>
          <p:cNvPr id="84" name="Google Shape;84;p18"/>
          <p:cNvSpPr txBox="1"/>
          <p:nvPr>
            <p:ph idx="12" type="sldNum"/>
          </p:nvPr>
        </p:nvSpPr>
        <p:spPr>
          <a:xfrm>
            <a:off x="3276600" y="3178175"/>
            <a:ext cx="1066800" cy="182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22850" lIns="45725" spcFirstLastPara="1" rIns="45725" wrap="square" tIns="2285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9"/>
          <p:cNvSpPr txBox="1"/>
          <p:nvPr>
            <p:ph type="title"/>
          </p:nvPr>
        </p:nvSpPr>
        <p:spPr>
          <a:xfrm>
            <a:off x="228600" y="137319"/>
            <a:ext cx="41148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2850" lIns="45725" spcFirstLastPara="1" rIns="45725" wrap="square" tIns="2285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/>
        </p:txBody>
      </p:sp>
      <p:sp>
        <p:nvSpPr>
          <p:cNvPr id="87" name="Google Shape;87;p19"/>
          <p:cNvSpPr txBox="1"/>
          <p:nvPr>
            <p:ph idx="1" type="body"/>
          </p:nvPr>
        </p:nvSpPr>
        <p:spPr>
          <a:xfrm>
            <a:off x="228600" y="767556"/>
            <a:ext cx="2020094" cy="319881"/>
          </a:xfrm>
          <a:prstGeom prst="rect">
            <a:avLst/>
          </a:prstGeom>
          <a:noFill/>
          <a:ln>
            <a:noFill/>
          </a:ln>
        </p:spPr>
        <p:txBody>
          <a:bodyPr anchorCtr="0" anchor="b" bIns="22850" lIns="45725" spcFirstLastPara="1" rIns="45725" wrap="square" tIns="22850">
            <a:normAutofit/>
          </a:bodyPr>
          <a:lstStyle>
            <a:lvl1pPr indent="-228600" lvl="0" marL="4572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1pPr>
            <a:lvl2pPr indent="-228600" lvl="1" marL="9144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b="1" sz="10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b="1" sz="900"/>
            </a:lvl3pPr>
            <a:lvl4pPr indent="-228600" lvl="3" marL="18288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b="1" sz="800"/>
            </a:lvl4pPr>
            <a:lvl5pPr indent="-228600" lvl="4" marL="22860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b="1" sz="800"/>
            </a:lvl5pPr>
            <a:lvl6pPr indent="-228600" lvl="5" marL="27432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b="1" sz="800"/>
            </a:lvl6pPr>
            <a:lvl7pPr indent="-228600" lvl="6" marL="32004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b="1" sz="800"/>
            </a:lvl7pPr>
            <a:lvl8pPr indent="-228600" lvl="7" marL="3657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b="1" sz="800"/>
            </a:lvl8pPr>
            <a:lvl9pPr indent="-228600" lvl="8" marL="41148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b="1" sz="800"/>
            </a:lvl9pPr>
          </a:lstStyle>
          <a:p/>
        </p:txBody>
      </p:sp>
      <p:sp>
        <p:nvSpPr>
          <p:cNvPr id="88" name="Google Shape;88;p19"/>
          <p:cNvSpPr txBox="1"/>
          <p:nvPr>
            <p:ph idx="2" type="body"/>
          </p:nvPr>
        </p:nvSpPr>
        <p:spPr>
          <a:xfrm>
            <a:off x="228600" y="1087438"/>
            <a:ext cx="2020094" cy="1975644"/>
          </a:xfrm>
          <a:prstGeom prst="rect">
            <a:avLst/>
          </a:prstGeom>
          <a:noFill/>
          <a:ln>
            <a:noFill/>
          </a:ln>
        </p:spPr>
        <p:txBody>
          <a:bodyPr anchorCtr="0" anchor="t" bIns="22850" lIns="45725" spcFirstLastPara="1" rIns="45725" wrap="square" tIns="22850">
            <a:normAutofit/>
          </a:bodyPr>
          <a:lstStyle>
            <a:lvl1pPr indent="-304800" lvl="0" marL="4572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1pPr>
            <a:lvl2pPr indent="-292100" lvl="1" marL="9144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Char char="–"/>
              <a:defRPr sz="1000"/>
            </a:lvl2pPr>
            <a:lvl3pPr indent="-28575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•"/>
              <a:defRPr sz="900"/>
            </a:lvl3pPr>
            <a:lvl4pPr indent="-279400" lvl="3" marL="18288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800"/>
              <a:buChar char="–"/>
              <a:defRPr sz="800"/>
            </a:lvl4pPr>
            <a:lvl5pPr indent="-279400" lvl="4" marL="22860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800"/>
              <a:buChar char="»"/>
              <a:defRPr sz="800"/>
            </a:lvl5pPr>
            <a:lvl6pPr indent="-279400" lvl="5" marL="27432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800"/>
              <a:buChar char="•"/>
              <a:defRPr sz="800"/>
            </a:lvl6pPr>
            <a:lvl7pPr indent="-279400" lvl="6" marL="32004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800"/>
              <a:buChar char="•"/>
              <a:defRPr sz="800"/>
            </a:lvl7pPr>
            <a:lvl8pPr indent="-279400" lvl="7" marL="3657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800"/>
              <a:buChar char="•"/>
              <a:defRPr sz="800"/>
            </a:lvl8pPr>
            <a:lvl9pPr indent="-279400" lvl="8" marL="41148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800"/>
              <a:buChar char="•"/>
              <a:defRPr sz="800"/>
            </a:lvl9pPr>
          </a:lstStyle>
          <a:p/>
        </p:txBody>
      </p:sp>
      <p:sp>
        <p:nvSpPr>
          <p:cNvPr id="89" name="Google Shape;89;p19"/>
          <p:cNvSpPr txBox="1"/>
          <p:nvPr>
            <p:ph idx="3" type="body"/>
          </p:nvPr>
        </p:nvSpPr>
        <p:spPr>
          <a:xfrm>
            <a:off x="2322513" y="767556"/>
            <a:ext cx="2020888" cy="319881"/>
          </a:xfrm>
          <a:prstGeom prst="rect">
            <a:avLst/>
          </a:prstGeom>
          <a:noFill/>
          <a:ln>
            <a:noFill/>
          </a:ln>
        </p:spPr>
        <p:txBody>
          <a:bodyPr anchorCtr="0" anchor="b" bIns="22850" lIns="45725" spcFirstLastPara="1" rIns="45725" wrap="square" tIns="22850">
            <a:normAutofit/>
          </a:bodyPr>
          <a:lstStyle>
            <a:lvl1pPr indent="-228600" lvl="0" marL="4572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1pPr>
            <a:lvl2pPr indent="-228600" lvl="1" marL="9144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b="1" sz="10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b="1" sz="900"/>
            </a:lvl3pPr>
            <a:lvl4pPr indent="-228600" lvl="3" marL="18288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b="1" sz="800"/>
            </a:lvl4pPr>
            <a:lvl5pPr indent="-228600" lvl="4" marL="22860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b="1" sz="800"/>
            </a:lvl5pPr>
            <a:lvl6pPr indent="-228600" lvl="5" marL="27432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b="1" sz="800"/>
            </a:lvl6pPr>
            <a:lvl7pPr indent="-228600" lvl="6" marL="32004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b="1" sz="800"/>
            </a:lvl7pPr>
            <a:lvl8pPr indent="-228600" lvl="7" marL="3657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b="1" sz="800"/>
            </a:lvl8pPr>
            <a:lvl9pPr indent="-228600" lvl="8" marL="41148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b="1" sz="800"/>
            </a:lvl9pPr>
          </a:lstStyle>
          <a:p/>
        </p:txBody>
      </p:sp>
      <p:sp>
        <p:nvSpPr>
          <p:cNvPr id="90" name="Google Shape;90;p19"/>
          <p:cNvSpPr txBox="1"/>
          <p:nvPr>
            <p:ph idx="4" type="body"/>
          </p:nvPr>
        </p:nvSpPr>
        <p:spPr>
          <a:xfrm>
            <a:off x="2322513" y="1087438"/>
            <a:ext cx="2020888" cy="1975644"/>
          </a:xfrm>
          <a:prstGeom prst="rect">
            <a:avLst/>
          </a:prstGeom>
          <a:noFill/>
          <a:ln>
            <a:noFill/>
          </a:ln>
        </p:spPr>
        <p:txBody>
          <a:bodyPr anchorCtr="0" anchor="t" bIns="22850" lIns="45725" spcFirstLastPara="1" rIns="45725" wrap="square" tIns="22850">
            <a:normAutofit/>
          </a:bodyPr>
          <a:lstStyle>
            <a:lvl1pPr indent="-304800" lvl="0" marL="4572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1pPr>
            <a:lvl2pPr indent="-292100" lvl="1" marL="9144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Char char="–"/>
              <a:defRPr sz="1000"/>
            </a:lvl2pPr>
            <a:lvl3pPr indent="-28575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•"/>
              <a:defRPr sz="900"/>
            </a:lvl3pPr>
            <a:lvl4pPr indent="-279400" lvl="3" marL="18288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800"/>
              <a:buChar char="–"/>
              <a:defRPr sz="800"/>
            </a:lvl4pPr>
            <a:lvl5pPr indent="-279400" lvl="4" marL="22860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800"/>
              <a:buChar char="»"/>
              <a:defRPr sz="800"/>
            </a:lvl5pPr>
            <a:lvl6pPr indent="-279400" lvl="5" marL="27432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800"/>
              <a:buChar char="•"/>
              <a:defRPr sz="800"/>
            </a:lvl6pPr>
            <a:lvl7pPr indent="-279400" lvl="6" marL="32004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800"/>
              <a:buChar char="•"/>
              <a:defRPr sz="800"/>
            </a:lvl7pPr>
            <a:lvl8pPr indent="-279400" lvl="7" marL="3657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800"/>
              <a:buChar char="•"/>
              <a:defRPr sz="800"/>
            </a:lvl8pPr>
            <a:lvl9pPr indent="-279400" lvl="8" marL="41148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800"/>
              <a:buChar char="•"/>
              <a:defRPr sz="800"/>
            </a:lvl9pPr>
          </a:lstStyle>
          <a:p/>
        </p:txBody>
      </p:sp>
      <p:sp>
        <p:nvSpPr>
          <p:cNvPr id="91" name="Google Shape;91;p19"/>
          <p:cNvSpPr txBox="1"/>
          <p:nvPr>
            <p:ph idx="10" type="dt"/>
          </p:nvPr>
        </p:nvSpPr>
        <p:spPr>
          <a:xfrm>
            <a:off x="228600" y="3178175"/>
            <a:ext cx="1066800" cy="182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22850" lIns="45725" spcFirstLastPara="1" rIns="45725" wrap="square" tIns="2285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/>
        </p:txBody>
      </p:sp>
      <p:sp>
        <p:nvSpPr>
          <p:cNvPr id="92" name="Google Shape;92;p19"/>
          <p:cNvSpPr txBox="1"/>
          <p:nvPr>
            <p:ph idx="11" type="ftr"/>
          </p:nvPr>
        </p:nvSpPr>
        <p:spPr>
          <a:xfrm>
            <a:off x="1562100" y="3178175"/>
            <a:ext cx="1447800" cy="182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22850" lIns="45725" spcFirstLastPara="1" rIns="45725" wrap="square" tIns="2285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/>
        </p:txBody>
      </p:sp>
      <p:sp>
        <p:nvSpPr>
          <p:cNvPr id="93" name="Google Shape;93;p19"/>
          <p:cNvSpPr txBox="1"/>
          <p:nvPr>
            <p:ph idx="12" type="sldNum"/>
          </p:nvPr>
        </p:nvSpPr>
        <p:spPr>
          <a:xfrm>
            <a:off x="3276600" y="3178175"/>
            <a:ext cx="1066800" cy="182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22850" lIns="45725" spcFirstLastPara="1" rIns="45725" wrap="square" tIns="2285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20"/>
          <p:cNvSpPr txBox="1"/>
          <p:nvPr>
            <p:ph type="title"/>
          </p:nvPr>
        </p:nvSpPr>
        <p:spPr>
          <a:xfrm>
            <a:off x="228600" y="137319"/>
            <a:ext cx="41148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2850" lIns="45725" spcFirstLastPara="1" rIns="45725" wrap="square" tIns="2285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/>
        </p:txBody>
      </p:sp>
      <p:sp>
        <p:nvSpPr>
          <p:cNvPr id="96" name="Google Shape;96;p20"/>
          <p:cNvSpPr txBox="1"/>
          <p:nvPr>
            <p:ph idx="10" type="dt"/>
          </p:nvPr>
        </p:nvSpPr>
        <p:spPr>
          <a:xfrm>
            <a:off x="228600" y="3178175"/>
            <a:ext cx="1066800" cy="182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22850" lIns="45725" spcFirstLastPara="1" rIns="45725" wrap="square" tIns="2285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/>
        </p:txBody>
      </p:sp>
      <p:sp>
        <p:nvSpPr>
          <p:cNvPr id="97" name="Google Shape;97;p20"/>
          <p:cNvSpPr txBox="1"/>
          <p:nvPr>
            <p:ph idx="11" type="ftr"/>
          </p:nvPr>
        </p:nvSpPr>
        <p:spPr>
          <a:xfrm>
            <a:off x="1562100" y="3178175"/>
            <a:ext cx="1447800" cy="182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22850" lIns="45725" spcFirstLastPara="1" rIns="45725" wrap="square" tIns="2285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/>
        </p:txBody>
      </p:sp>
      <p:sp>
        <p:nvSpPr>
          <p:cNvPr id="98" name="Google Shape;98;p20"/>
          <p:cNvSpPr txBox="1"/>
          <p:nvPr>
            <p:ph idx="12" type="sldNum"/>
          </p:nvPr>
        </p:nvSpPr>
        <p:spPr>
          <a:xfrm>
            <a:off x="3276600" y="3178175"/>
            <a:ext cx="1066800" cy="182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22850" lIns="45725" spcFirstLastPara="1" rIns="45725" wrap="square" tIns="2285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21"/>
          <p:cNvSpPr txBox="1"/>
          <p:nvPr>
            <p:ph type="title"/>
          </p:nvPr>
        </p:nvSpPr>
        <p:spPr>
          <a:xfrm>
            <a:off x="228600" y="136525"/>
            <a:ext cx="1504157" cy="581025"/>
          </a:xfrm>
          <a:prstGeom prst="rect">
            <a:avLst/>
          </a:prstGeom>
          <a:noFill/>
          <a:ln>
            <a:noFill/>
          </a:ln>
        </p:spPr>
        <p:txBody>
          <a:bodyPr anchorCtr="0" anchor="b" bIns="22850" lIns="45725" spcFirstLastPara="1" rIns="45725" wrap="square" tIns="2285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None/>
              <a:defRPr b="1" sz="1000"/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/>
        </p:txBody>
      </p:sp>
      <p:sp>
        <p:nvSpPr>
          <p:cNvPr id="101" name="Google Shape;101;p21"/>
          <p:cNvSpPr txBox="1"/>
          <p:nvPr>
            <p:ph idx="1" type="body"/>
          </p:nvPr>
        </p:nvSpPr>
        <p:spPr>
          <a:xfrm>
            <a:off x="1787525" y="136525"/>
            <a:ext cx="2555875" cy="2926557"/>
          </a:xfrm>
          <a:prstGeom prst="rect">
            <a:avLst/>
          </a:prstGeom>
          <a:noFill/>
          <a:ln>
            <a:noFill/>
          </a:ln>
        </p:spPr>
        <p:txBody>
          <a:bodyPr anchorCtr="0" anchor="t" bIns="22850" lIns="45725" spcFirstLastPara="1" rIns="45725" wrap="square" tIns="22850">
            <a:normAutofit/>
          </a:bodyPr>
          <a:lstStyle>
            <a:lvl1pPr indent="-330200" lvl="0" marL="4572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1pPr>
            <a:lvl2pPr indent="-317500" lvl="1" marL="9144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 sz="1400"/>
            </a:lvl2pPr>
            <a:lvl3pPr indent="-3048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3pPr>
            <a:lvl4pPr indent="-292100" lvl="3" marL="18288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Char char="–"/>
              <a:defRPr sz="1000"/>
            </a:lvl4pPr>
            <a:lvl5pPr indent="-292100" lvl="4" marL="22860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Char char="»"/>
              <a:defRPr sz="1000"/>
            </a:lvl5pPr>
            <a:lvl6pPr indent="-292100" lvl="5" marL="27432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Char char="•"/>
              <a:defRPr sz="1000"/>
            </a:lvl6pPr>
            <a:lvl7pPr indent="-292100" lvl="6" marL="32004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Char char="•"/>
              <a:defRPr sz="1000"/>
            </a:lvl7pPr>
            <a:lvl8pPr indent="-292100" lvl="7" marL="3657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Char char="•"/>
              <a:defRPr sz="1000"/>
            </a:lvl8pPr>
            <a:lvl9pPr indent="-292100" lvl="8" marL="41148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Char char="•"/>
              <a:defRPr sz="1000"/>
            </a:lvl9pPr>
          </a:lstStyle>
          <a:p/>
        </p:txBody>
      </p:sp>
      <p:sp>
        <p:nvSpPr>
          <p:cNvPr id="102" name="Google Shape;102;p21"/>
          <p:cNvSpPr txBox="1"/>
          <p:nvPr>
            <p:ph idx="2" type="body"/>
          </p:nvPr>
        </p:nvSpPr>
        <p:spPr>
          <a:xfrm>
            <a:off x="228600" y="717550"/>
            <a:ext cx="1504157" cy="2345532"/>
          </a:xfrm>
          <a:prstGeom prst="rect">
            <a:avLst/>
          </a:prstGeom>
          <a:noFill/>
          <a:ln>
            <a:noFill/>
          </a:ln>
        </p:spPr>
        <p:txBody>
          <a:bodyPr anchorCtr="0" anchor="t" bIns="22850" lIns="45725" spcFirstLastPara="1" rIns="45725" wrap="square" tIns="22850">
            <a:normAutofit/>
          </a:bodyPr>
          <a:lstStyle>
            <a:lvl1pPr indent="-228600" lvl="0" marL="4572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1pPr>
            <a:lvl2pPr indent="-228600" lvl="1" marL="9144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600"/>
              <a:buNone/>
              <a:defRPr sz="600"/>
            </a:lvl2pPr>
            <a:lvl3pPr indent="-228600" lvl="2" marL="13716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500"/>
              <a:buNone/>
              <a:defRPr sz="500"/>
            </a:lvl3pPr>
            <a:lvl4pPr indent="-228600" lvl="3" marL="18288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500"/>
              <a:buNone/>
              <a:defRPr sz="500"/>
            </a:lvl4pPr>
            <a:lvl5pPr indent="-228600" lvl="4" marL="22860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500"/>
              <a:buNone/>
              <a:defRPr sz="500"/>
            </a:lvl5pPr>
            <a:lvl6pPr indent="-228600" lvl="5" marL="27432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500"/>
              <a:buNone/>
              <a:defRPr sz="500"/>
            </a:lvl6pPr>
            <a:lvl7pPr indent="-228600" lvl="6" marL="32004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500"/>
              <a:buNone/>
              <a:defRPr sz="500"/>
            </a:lvl7pPr>
            <a:lvl8pPr indent="-228600" lvl="7" marL="36576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500"/>
              <a:buNone/>
              <a:defRPr sz="500"/>
            </a:lvl8pPr>
            <a:lvl9pPr indent="-228600" lvl="8" marL="41148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500"/>
              <a:buNone/>
              <a:defRPr sz="500"/>
            </a:lvl9pPr>
          </a:lstStyle>
          <a:p/>
        </p:txBody>
      </p:sp>
      <p:sp>
        <p:nvSpPr>
          <p:cNvPr id="103" name="Google Shape;103;p21"/>
          <p:cNvSpPr txBox="1"/>
          <p:nvPr>
            <p:ph idx="10" type="dt"/>
          </p:nvPr>
        </p:nvSpPr>
        <p:spPr>
          <a:xfrm>
            <a:off x="228600" y="3178175"/>
            <a:ext cx="1066800" cy="182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22850" lIns="45725" spcFirstLastPara="1" rIns="45725" wrap="square" tIns="2285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/>
        </p:txBody>
      </p:sp>
      <p:sp>
        <p:nvSpPr>
          <p:cNvPr id="104" name="Google Shape;104;p21"/>
          <p:cNvSpPr txBox="1"/>
          <p:nvPr>
            <p:ph idx="11" type="ftr"/>
          </p:nvPr>
        </p:nvSpPr>
        <p:spPr>
          <a:xfrm>
            <a:off x="1562100" y="3178175"/>
            <a:ext cx="1447800" cy="182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22850" lIns="45725" spcFirstLastPara="1" rIns="45725" wrap="square" tIns="2285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/>
        </p:txBody>
      </p:sp>
      <p:sp>
        <p:nvSpPr>
          <p:cNvPr id="105" name="Google Shape;105;p21"/>
          <p:cNvSpPr txBox="1"/>
          <p:nvPr>
            <p:ph idx="12" type="sldNum"/>
          </p:nvPr>
        </p:nvSpPr>
        <p:spPr>
          <a:xfrm>
            <a:off x="3276600" y="3178175"/>
            <a:ext cx="1066800" cy="182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22850" lIns="45725" spcFirstLastPara="1" rIns="45725" wrap="square" tIns="2285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2"/>
          <p:cNvSpPr txBox="1"/>
          <p:nvPr>
            <p:ph type="title"/>
          </p:nvPr>
        </p:nvSpPr>
        <p:spPr>
          <a:xfrm>
            <a:off x="896144" y="2400300"/>
            <a:ext cx="2743200" cy="283369"/>
          </a:xfrm>
          <a:prstGeom prst="rect">
            <a:avLst/>
          </a:prstGeom>
          <a:noFill/>
          <a:ln>
            <a:noFill/>
          </a:ln>
        </p:spPr>
        <p:txBody>
          <a:bodyPr anchorCtr="0" anchor="b" bIns="22850" lIns="45725" spcFirstLastPara="1" rIns="45725" wrap="square" tIns="2285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None/>
              <a:defRPr b="1" sz="1000"/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/>
        </p:txBody>
      </p:sp>
      <p:sp>
        <p:nvSpPr>
          <p:cNvPr id="108" name="Google Shape;108;p22"/>
          <p:cNvSpPr/>
          <p:nvPr>
            <p:ph idx="2" type="pic"/>
          </p:nvPr>
        </p:nvSpPr>
        <p:spPr>
          <a:xfrm>
            <a:off x="896144" y="306388"/>
            <a:ext cx="2743200" cy="2057400"/>
          </a:xfrm>
          <a:prstGeom prst="rect">
            <a:avLst/>
          </a:prstGeom>
          <a:noFill/>
          <a:ln>
            <a:noFill/>
          </a:ln>
        </p:spPr>
      </p:sp>
      <p:sp>
        <p:nvSpPr>
          <p:cNvPr id="109" name="Google Shape;109;p22"/>
          <p:cNvSpPr txBox="1"/>
          <p:nvPr>
            <p:ph idx="1" type="body"/>
          </p:nvPr>
        </p:nvSpPr>
        <p:spPr>
          <a:xfrm>
            <a:off x="896144" y="2683669"/>
            <a:ext cx="2743200" cy="402431"/>
          </a:xfrm>
          <a:prstGeom prst="rect">
            <a:avLst/>
          </a:prstGeom>
          <a:noFill/>
          <a:ln>
            <a:noFill/>
          </a:ln>
        </p:spPr>
        <p:txBody>
          <a:bodyPr anchorCtr="0" anchor="t" bIns="22850" lIns="45725" spcFirstLastPara="1" rIns="45725" wrap="square" tIns="22850">
            <a:normAutofit/>
          </a:bodyPr>
          <a:lstStyle>
            <a:lvl1pPr indent="-228600" lvl="0" marL="4572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1pPr>
            <a:lvl2pPr indent="-228600" lvl="1" marL="9144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600"/>
              <a:buNone/>
              <a:defRPr sz="600"/>
            </a:lvl2pPr>
            <a:lvl3pPr indent="-228600" lvl="2" marL="13716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500"/>
              <a:buNone/>
              <a:defRPr sz="500"/>
            </a:lvl3pPr>
            <a:lvl4pPr indent="-228600" lvl="3" marL="18288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500"/>
              <a:buNone/>
              <a:defRPr sz="500"/>
            </a:lvl4pPr>
            <a:lvl5pPr indent="-228600" lvl="4" marL="22860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500"/>
              <a:buNone/>
              <a:defRPr sz="500"/>
            </a:lvl5pPr>
            <a:lvl6pPr indent="-228600" lvl="5" marL="27432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500"/>
              <a:buNone/>
              <a:defRPr sz="500"/>
            </a:lvl6pPr>
            <a:lvl7pPr indent="-228600" lvl="6" marL="32004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500"/>
              <a:buNone/>
              <a:defRPr sz="500"/>
            </a:lvl7pPr>
            <a:lvl8pPr indent="-228600" lvl="7" marL="36576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500"/>
              <a:buNone/>
              <a:defRPr sz="500"/>
            </a:lvl8pPr>
            <a:lvl9pPr indent="-228600" lvl="8" marL="41148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500"/>
              <a:buNone/>
              <a:defRPr sz="500"/>
            </a:lvl9pPr>
          </a:lstStyle>
          <a:p/>
        </p:txBody>
      </p:sp>
      <p:sp>
        <p:nvSpPr>
          <p:cNvPr id="110" name="Google Shape;110;p22"/>
          <p:cNvSpPr txBox="1"/>
          <p:nvPr>
            <p:ph idx="10" type="dt"/>
          </p:nvPr>
        </p:nvSpPr>
        <p:spPr>
          <a:xfrm>
            <a:off x="228600" y="3178175"/>
            <a:ext cx="1066800" cy="182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22850" lIns="45725" spcFirstLastPara="1" rIns="45725" wrap="square" tIns="2285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/>
        </p:txBody>
      </p:sp>
      <p:sp>
        <p:nvSpPr>
          <p:cNvPr id="111" name="Google Shape;111;p22"/>
          <p:cNvSpPr txBox="1"/>
          <p:nvPr>
            <p:ph idx="11" type="ftr"/>
          </p:nvPr>
        </p:nvSpPr>
        <p:spPr>
          <a:xfrm>
            <a:off x="1562100" y="3178175"/>
            <a:ext cx="1447800" cy="182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22850" lIns="45725" spcFirstLastPara="1" rIns="45725" wrap="square" tIns="2285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/>
        </p:txBody>
      </p:sp>
      <p:sp>
        <p:nvSpPr>
          <p:cNvPr id="112" name="Google Shape;112;p22"/>
          <p:cNvSpPr txBox="1"/>
          <p:nvPr>
            <p:ph idx="12" type="sldNum"/>
          </p:nvPr>
        </p:nvSpPr>
        <p:spPr>
          <a:xfrm>
            <a:off x="3276600" y="3178175"/>
            <a:ext cx="1066800" cy="182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22850" lIns="45725" spcFirstLastPara="1" rIns="45725" wrap="square" tIns="2285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23"/>
          <p:cNvSpPr txBox="1"/>
          <p:nvPr>
            <p:ph type="title"/>
          </p:nvPr>
        </p:nvSpPr>
        <p:spPr>
          <a:xfrm>
            <a:off x="228600" y="137319"/>
            <a:ext cx="41148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2850" lIns="45725" spcFirstLastPara="1" rIns="45725" wrap="square" tIns="2285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/>
        </p:txBody>
      </p:sp>
      <p:sp>
        <p:nvSpPr>
          <p:cNvPr id="115" name="Google Shape;115;p23"/>
          <p:cNvSpPr txBox="1"/>
          <p:nvPr>
            <p:ph idx="1" type="body"/>
          </p:nvPr>
        </p:nvSpPr>
        <p:spPr>
          <a:xfrm rot="5400000">
            <a:off x="1154509" y="-125809"/>
            <a:ext cx="2262982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22850" lIns="45725" spcFirstLastPara="1" rIns="45725" wrap="square" tIns="22850">
            <a:normAutofit/>
          </a:bodyPr>
          <a:lstStyle>
            <a:lvl1pPr indent="-285750" lvl="0" marL="4572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•"/>
              <a:defRPr/>
            </a:lvl1pPr>
            <a:lvl2pPr indent="-285750" lvl="1" marL="9144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–"/>
              <a:defRPr/>
            </a:lvl2pPr>
            <a:lvl3pPr indent="-28575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•"/>
              <a:defRPr/>
            </a:lvl3pPr>
            <a:lvl4pPr indent="-285750" lvl="3" marL="18288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–"/>
              <a:defRPr/>
            </a:lvl4pPr>
            <a:lvl5pPr indent="-285750" lvl="4" marL="22860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»"/>
              <a:defRPr/>
            </a:lvl5pPr>
            <a:lvl6pPr indent="-285750" lvl="5" marL="27432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•"/>
              <a:defRPr/>
            </a:lvl6pPr>
            <a:lvl7pPr indent="-285750" lvl="6" marL="32004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•"/>
              <a:defRPr/>
            </a:lvl7pPr>
            <a:lvl8pPr indent="-285750" lvl="7" marL="3657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•"/>
              <a:defRPr/>
            </a:lvl8pPr>
            <a:lvl9pPr indent="-285750" lvl="8" marL="41148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•"/>
              <a:defRPr/>
            </a:lvl9pPr>
          </a:lstStyle>
          <a:p/>
        </p:txBody>
      </p:sp>
      <p:sp>
        <p:nvSpPr>
          <p:cNvPr id="116" name="Google Shape;116;p23"/>
          <p:cNvSpPr txBox="1"/>
          <p:nvPr>
            <p:ph idx="10" type="dt"/>
          </p:nvPr>
        </p:nvSpPr>
        <p:spPr>
          <a:xfrm>
            <a:off x="228600" y="3178175"/>
            <a:ext cx="1066800" cy="182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22850" lIns="45725" spcFirstLastPara="1" rIns="45725" wrap="square" tIns="2285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/>
        </p:txBody>
      </p:sp>
      <p:sp>
        <p:nvSpPr>
          <p:cNvPr id="117" name="Google Shape;117;p23"/>
          <p:cNvSpPr txBox="1"/>
          <p:nvPr>
            <p:ph idx="11" type="ftr"/>
          </p:nvPr>
        </p:nvSpPr>
        <p:spPr>
          <a:xfrm>
            <a:off x="1562100" y="3178175"/>
            <a:ext cx="1447800" cy="182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22850" lIns="45725" spcFirstLastPara="1" rIns="45725" wrap="square" tIns="2285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/>
        </p:txBody>
      </p:sp>
      <p:sp>
        <p:nvSpPr>
          <p:cNvPr id="118" name="Google Shape;118;p23"/>
          <p:cNvSpPr txBox="1"/>
          <p:nvPr>
            <p:ph idx="12" type="sldNum"/>
          </p:nvPr>
        </p:nvSpPr>
        <p:spPr>
          <a:xfrm>
            <a:off x="3276600" y="3178175"/>
            <a:ext cx="1066800" cy="182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22850" lIns="45725" spcFirstLastPara="1" rIns="45725" wrap="square" tIns="2285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4"/>
          <p:cNvSpPr txBox="1"/>
          <p:nvPr>
            <p:ph type="title"/>
          </p:nvPr>
        </p:nvSpPr>
        <p:spPr>
          <a:xfrm rot="5400000">
            <a:off x="2366169" y="1085850"/>
            <a:ext cx="2925763" cy="102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2850" lIns="45725" spcFirstLastPara="1" rIns="45725" wrap="square" tIns="2285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/>
        </p:txBody>
      </p:sp>
      <p:sp>
        <p:nvSpPr>
          <p:cNvPr id="121" name="Google Shape;121;p24"/>
          <p:cNvSpPr txBox="1"/>
          <p:nvPr>
            <p:ph idx="1" type="body"/>
          </p:nvPr>
        </p:nvSpPr>
        <p:spPr>
          <a:xfrm rot="5400000">
            <a:off x="270669" y="95250"/>
            <a:ext cx="2925763" cy="3009900"/>
          </a:xfrm>
          <a:prstGeom prst="rect">
            <a:avLst/>
          </a:prstGeom>
          <a:noFill/>
          <a:ln>
            <a:noFill/>
          </a:ln>
        </p:spPr>
        <p:txBody>
          <a:bodyPr anchorCtr="0" anchor="t" bIns="22850" lIns="45725" spcFirstLastPara="1" rIns="45725" wrap="square" tIns="22850">
            <a:normAutofit/>
          </a:bodyPr>
          <a:lstStyle>
            <a:lvl1pPr indent="-285750" lvl="0" marL="4572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•"/>
              <a:defRPr/>
            </a:lvl1pPr>
            <a:lvl2pPr indent="-285750" lvl="1" marL="9144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–"/>
              <a:defRPr/>
            </a:lvl2pPr>
            <a:lvl3pPr indent="-28575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•"/>
              <a:defRPr/>
            </a:lvl3pPr>
            <a:lvl4pPr indent="-285750" lvl="3" marL="18288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–"/>
              <a:defRPr/>
            </a:lvl4pPr>
            <a:lvl5pPr indent="-285750" lvl="4" marL="22860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»"/>
              <a:defRPr/>
            </a:lvl5pPr>
            <a:lvl6pPr indent="-285750" lvl="5" marL="27432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•"/>
              <a:defRPr/>
            </a:lvl6pPr>
            <a:lvl7pPr indent="-285750" lvl="6" marL="32004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•"/>
              <a:defRPr/>
            </a:lvl7pPr>
            <a:lvl8pPr indent="-285750" lvl="7" marL="3657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•"/>
              <a:defRPr/>
            </a:lvl8pPr>
            <a:lvl9pPr indent="-285750" lvl="8" marL="41148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•"/>
              <a:defRPr/>
            </a:lvl9pPr>
          </a:lstStyle>
          <a:p/>
        </p:txBody>
      </p:sp>
      <p:sp>
        <p:nvSpPr>
          <p:cNvPr id="122" name="Google Shape;122;p24"/>
          <p:cNvSpPr txBox="1"/>
          <p:nvPr>
            <p:ph idx="10" type="dt"/>
          </p:nvPr>
        </p:nvSpPr>
        <p:spPr>
          <a:xfrm>
            <a:off x="228600" y="3178175"/>
            <a:ext cx="1066800" cy="182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22850" lIns="45725" spcFirstLastPara="1" rIns="45725" wrap="square" tIns="2285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/>
        </p:txBody>
      </p:sp>
      <p:sp>
        <p:nvSpPr>
          <p:cNvPr id="123" name="Google Shape;123;p24"/>
          <p:cNvSpPr txBox="1"/>
          <p:nvPr>
            <p:ph idx="11" type="ftr"/>
          </p:nvPr>
        </p:nvSpPr>
        <p:spPr>
          <a:xfrm>
            <a:off x="1562100" y="3178175"/>
            <a:ext cx="1447800" cy="182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22850" lIns="45725" spcFirstLastPara="1" rIns="45725" wrap="square" tIns="2285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/>
        </p:txBody>
      </p:sp>
      <p:sp>
        <p:nvSpPr>
          <p:cNvPr id="124" name="Google Shape;124;p24"/>
          <p:cNvSpPr txBox="1"/>
          <p:nvPr>
            <p:ph idx="12" type="sldNum"/>
          </p:nvPr>
        </p:nvSpPr>
        <p:spPr>
          <a:xfrm>
            <a:off x="3276600" y="3178175"/>
            <a:ext cx="1066800" cy="182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22850" lIns="45725" spcFirstLastPara="1" rIns="45725" wrap="square" tIns="2285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_rels/slideMaster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11" Type="http://schemas.openxmlformats.org/officeDocument/2006/relationships/slideLayout" Target="../slideLayouts/slideLayout22.xml"/><Relationship Id="rId10" Type="http://schemas.openxmlformats.org/officeDocument/2006/relationships/slideLayout" Target="../slideLayouts/slideLayout21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20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/>
          <p:nvPr>
            <p:ph type="title"/>
          </p:nvPr>
        </p:nvSpPr>
        <p:spPr>
          <a:xfrm>
            <a:off x="228600" y="137319"/>
            <a:ext cx="41148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2850" lIns="45725" spcFirstLastPara="1" rIns="45725" wrap="square" tIns="2285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Calibri"/>
              <a:buNone/>
              <a:defRPr b="0" i="0" sz="2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None/>
              <a:defRPr sz="9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None/>
              <a:defRPr sz="9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None/>
              <a:defRPr sz="9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None/>
              <a:defRPr sz="9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None/>
              <a:defRPr sz="9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None/>
              <a:defRPr sz="9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None/>
              <a:defRPr sz="9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None/>
              <a:defRPr sz="900"/>
            </a:lvl9pPr>
          </a:lstStyle>
          <a:p/>
        </p:txBody>
      </p:sp>
      <p:sp>
        <p:nvSpPr>
          <p:cNvPr id="52" name="Google Shape;52;p13"/>
          <p:cNvSpPr txBox="1"/>
          <p:nvPr>
            <p:ph idx="1" type="body"/>
          </p:nvPr>
        </p:nvSpPr>
        <p:spPr>
          <a:xfrm>
            <a:off x="228600" y="800100"/>
            <a:ext cx="4114800" cy="2262982"/>
          </a:xfrm>
          <a:prstGeom prst="rect">
            <a:avLst/>
          </a:prstGeom>
          <a:noFill/>
          <a:ln>
            <a:noFill/>
          </a:ln>
        </p:spPr>
        <p:txBody>
          <a:bodyPr anchorCtr="0" anchor="t" bIns="22850" lIns="45725" spcFirstLastPara="1" rIns="45725" wrap="square" tIns="22850">
            <a:normAutofit/>
          </a:bodyPr>
          <a:lstStyle>
            <a:lvl1pPr indent="-330200" lvl="0" marL="4572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17500" lvl="1" marL="9144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–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04800" lvl="2" marL="1371600" marR="0" rtl="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92100" lvl="3" marL="1828800" marR="0" rtl="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–"/>
              <a:defRPr b="0" i="0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92100" lvl="4" marL="2286000" marR="0" rtl="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»"/>
              <a:defRPr b="0" i="0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92100" lvl="5" marL="2743200" marR="0" rtl="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b="0" i="0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92100" lvl="6" marL="3200400" marR="0" rtl="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b="0" i="0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92100" lvl="7" marL="3657600" marR="0" rtl="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b="0" i="0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92100" lvl="8" marL="4114800" marR="0" rtl="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b="0" i="0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3" name="Google Shape;53;p13"/>
          <p:cNvSpPr txBox="1"/>
          <p:nvPr>
            <p:ph idx="10" type="dt"/>
          </p:nvPr>
        </p:nvSpPr>
        <p:spPr>
          <a:xfrm>
            <a:off x="228600" y="3178175"/>
            <a:ext cx="1066800" cy="182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22850" lIns="45725" spcFirstLastPara="1" rIns="45725" wrap="square" tIns="2285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700"/>
              <a:buNone/>
              <a:defRPr b="0" i="0" sz="6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7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7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7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7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7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7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7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7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4" name="Google Shape;54;p13"/>
          <p:cNvSpPr txBox="1"/>
          <p:nvPr>
            <p:ph idx="11" type="ftr"/>
          </p:nvPr>
        </p:nvSpPr>
        <p:spPr>
          <a:xfrm>
            <a:off x="1562100" y="3178175"/>
            <a:ext cx="1447800" cy="182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22850" lIns="45725" spcFirstLastPara="1" rIns="45725" wrap="square" tIns="2285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700"/>
              <a:buNone/>
              <a:defRPr b="0" i="0" sz="6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7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7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7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7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7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7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7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7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5" name="Google Shape;55;p13"/>
          <p:cNvSpPr txBox="1"/>
          <p:nvPr>
            <p:ph idx="12" type="sldNum"/>
          </p:nvPr>
        </p:nvSpPr>
        <p:spPr>
          <a:xfrm>
            <a:off x="3276600" y="3178175"/>
            <a:ext cx="1066800" cy="182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22850" lIns="45725" spcFirstLastPara="1" rIns="45725" wrap="square" tIns="2285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6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6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6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6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6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6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6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6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6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59" r:id="rId1"/>
    <p:sldLayoutId id="2147483660" r:id="rId2"/>
    <p:sldLayoutId id="2147483661" r:id="rId3"/>
    <p:sldLayoutId id="2147483662" r:id="rId4"/>
    <p:sldLayoutId id="2147483663" r:id="rId5"/>
    <p:sldLayoutId id="2147483664" r:id="rId6"/>
    <p:sldLayoutId id="2147483665" r:id="rId7"/>
    <p:sldLayoutId id="2147483666" r:id="rId8"/>
    <p:sldLayoutId id="2147483667" r:id="rId9"/>
    <p:sldLayoutId id="2147483668" r:id="rId10"/>
    <p:sldLayoutId id="214748366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6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5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image" Target="../media/image2.png"/><Relationship Id="rId5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Relationship Id="rId4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25"/>
          <p:cNvSpPr/>
          <p:nvPr/>
        </p:nvSpPr>
        <p:spPr>
          <a:xfrm>
            <a:off x="0" y="0"/>
            <a:ext cx="9144000" cy="5143500"/>
          </a:xfrm>
          <a:custGeom>
            <a:rect b="b" l="l" r="r" t="t"/>
            <a:pathLst>
              <a:path extrusionOk="0"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130" name="Google Shape;130;p25"/>
          <p:cNvSpPr txBox="1"/>
          <p:nvPr/>
        </p:nvSpPr>
        <p:spPr>
          <a:xfrm>
            <a:off x="466650" y="1501550"/>
            <a:ext cx="8125800" cy="2118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b="1" lang="en" sz="2100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rPr>
              <a:t>Category Code: </a:t>
            </a:r>
            <a:r>
              <a:rPr lang="en" sz="2100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rPr>
              <a:t>C1 (</a:t>
            </a:r>
            <a:r>
              <a:rPr lang="en" sz="1900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rPr>
              <a:t>Open Innovation)</a:t>
            </a:r>
            <a:r>
              <a:rPr lang="en" sz="2100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rPr>
              <a:t>	</a:t>
            </a:r>
            <a:endParaRPr sz="2100">
              <a:solidFill>
                <a:schemeClr val="dk1"/>
              </a:solidFill>
              <a:latin typeface="Outfit"/>
              <a:ea typeface="Outfit"/>
              <a:cs typeface="Outfit"/>
              <a:sym typeface="Outfit"/>
            </a:endParaRPr>
          </a:p>
          <a:p>
            <a:pPr indent="0" lvl="0" marL="0" rtl="0" algn="just">
              <a:lnSpc>
                <a:spcPct val="90000"/>
              </a:lnSpc>
              <a:spcBef>
                <a:spcPts val="2000"/>
              </a:spcBef>
              <a:spcAft>
                <a:spcPts val="0"/>
              </a:spcAft>
              <a:buNone/>
            </a:pPr>
            <a:r>
              <a:rPr b="1" lang="en" sz="2100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rPr>
              <a:t>Problem Statement Title: </a:t>
            </a:r>
            <a:r>
              <a:rPr lang="en" sz="1900">
                <a:solidFill>
                  <a:schemeClr val="dk1"/>
                </a:solidFill>
                <a:latin typeface="Lexend"/>
                <a:ea typeface="Lexend"/>
                <a:cs typeface="Lexend"/>
                <a:sym typeface="Lexend"/>
              </a:rPr>
              <a:t>EduTrade - Swap Skills, Gain Expertise</a:t>
            </a:r>
            <a:endParaRPr sz="1900">
              <a:solidFill>
                <a:srgbClr val="F8FAFF"/>
              </a:solidFill>
              <a:highlight>
                <a:srgbClr val="292A2D"/>
              </a:highlight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just">
              <a:lnSpc>
                <a:spcPct val="90000"/>
              </a:lnSpc>
              <a:spcBef>
                <a:spcPts val="2000"/>
              </a:spcBef>
              <a:spcAft>
                <a:spcPts val="0"/>
              </a:spcAft>
              <a:buNone/>
            </a:pPr>
            <a:r>
              <a:rPr b="1" lang="en" sz="2100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rPr>
              <a:t>Team Name: </a:t>
            </a:r>
            <a:r>
              <a:rPr lang="en" sz="1900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rPr>
              <a:t>Caffeine Coder</a:t>
            </a:r>
            <a:endParaRPr sz="1900">
              <a:solidFill>
                <a:schemeClr val="dk1"/>
              </a:solidFill>
              <a:latin typeface="Outfit"/>
              <a:ea typeface="Outfit"/>
              <a:cs typeface="Outfit"/>
              <a:sym typeface="Outfit"/>
            </a:endParaRPr>
          </a:p>
          <a:p>
            <a:pPr indent="0" lvl="0" marL="0" rtl="0" algn="just">
              <a:lnSpc>
                <a:spcPct val="90000"/>
              </a:lnSpc>
              <a:spcBef>
                <a:spcPts val="2000"/>
              </a:spcBef>
              <a:spcAft>
                <a:spcPts val="2000"/>
              </a:spcAft>
              <a:buNone/>
            </a:pPr>
            <a:r>
              <a:rPr b="1" lang="en" sz="2100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rPr>
              <a:t>Institute Name: </a:t>
            </a:r>
            <a:r>
              <a:rPr lang="en" sz="1900">
                <a:solidFill>
                  <a:schemeClr val="dk1"/>
                </a:solidFill>
                <a:latin typeface="Outfit Medium"/>
                <a:ea typeface="Outfit Medium"/>
                <a:cs typeface="Outfit Medium"/>
                <a:sym typeface="Outfit Medium"/>
              </a:rPr>
              <a:t>Vivekanand Education Society’s Institute of Technology</a:t>
            </a:r>
            <a:endParaRPr sz="2200">
              <a:solidFill>
                <a:srgbClr val="CCA677"/>
              </a:solidFill>
              <a:latin typeface="Outfit Medium"/>
              <a:ea typeface="Outfit Medium"/>
              <a:cs typeface="Outfit Medium"/>
              <a:sym typeface="Outfit Medium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6"/>
          <p:cNvSpPr/>
          <p:nvPr/>
        </p:nvSpPr>
        <p:spPr>
          <a:xfrm>
            <a:off x="-30875" y="-30900"/>
            <a:ext cx="9144000" cy="5143500"/>
          </a:xfrm>
          <a:custGeom>
            <a:rect b="b" l="l" r="r" t="t"/>
            <a:pathLst>
              <a:path extrusionOk="0"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140" name="Google Shape;140;p26"/>
          <p:cNvSpPr txBox="1"/>
          <p:nvPr/>
        </p:nvSpPr>
        <p:spPr>
          <a:xfrm>
            <a:off x="500575" y="235575"/>
            <a:ext cx="8081100" cy="41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>
                <a:solidFill>
                  <a:schemeClr val="dk1"/>
                </a:solidFill>
                <a:latin typeface="Outfit ExtraBold"/>
                <a:ea typeface="Outfit ExtraBold"/>
                <a:cs typeface="Outfit ExtraBold"/>
                <a:sym typeface="Outfit ExtraBold"/>
              </a:rPr>
              <a:t>Idea / Approach details (&amp; implemented features) </a:t>
            </a:r>
            <a:endParaRPr sz="2600">
              <a:solidFill>
                <a:schemeClr val="dk1"/>
              </a:solidFill>
              <a:latin typeface="Outfit ExtraBold"/>
              <a:ea typeface="Outfit ExtraBold"/>
              <a:cs typeface="Outfit ExtraBold"/>
              <a:sym typeface="Outfit ExtraBold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dk1"/>
              </a:solidFill>
              <a:latin typeface="Impact"/>
              <a:ea typeface="Impact"/>
              <a:cs typeface="Impact"/>
              <a:sym typeface="Impact"/>
            </a:endParaRPr>
          </a:p>
        </p:txBody>
      </p:sp>
      <p:sp>
        <p:nvSpPr>
          <p:cNvPr id="141" name="Google Shape;141;p26"/>
          <p:cNvSpPr txBox="1"/>
          <p:nvPr/>
        </p:nvSpPr>
        <p:spPr>
          <a:xfrm>
            <a:off x="810900" y="1359250"/>
            <a:ext cx="7550700" cy="3532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 sz="1500">
                <a:solidFill>
                  <a:schemeClr val="dk1"/>
                </a:solidFill>
              </a:rPr>
              <a:t>Problem Statement:</a:t>
            </a:r>
            <a:r>
              <a:rPr lang="en" sz="1500">
                <a:solidFill>
                  <a:schemeClr val="dk1"/>
                </a:solidFill>
              </a:rPr>
              <a:t> Many individuals struggle with limited access to quality education, skills mismatching job market demands, financial constraints, and lack of professional networks, leading to unequal job opportunities.</a:t>
            </a:r>
            <a:endParaRPr sz="15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 sz="1500">
                <a:solidFill>
                  <a:schemeClr val="dk1"/>
                </a:solidFill>
              </a:rPr>
              <a:t>Solution Overview:</a:t>
            </a:r>
            <a:r>
              <a:rPr lang="en" sz="1500">
                <a:solidFill>
                  <a:schemeClr val="dk1"/>
                </a:solidFill>
              </a:rPr>
              <a:t> EduTrade is an AI-powered platform that bridges the gap between learning and employment. It provides personalized skill assessments, free learning resources, AI-driven job matching, a Skill Swap Marketplace, and instant resume generation to help users secure sustainable careers.</a:t>
            </a:r>
            <a:endParaRPr sz="15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 sz="1500">
                <a:solidFill>
                  <a:schemeClr val="dk1"/>
                </a:solidFill>
              </a:rPr>
              <a:t>User Roles &amp; Features:</a:t>
            </a:r>
            <a:endParaRPr b="1" sz="1500">
              <a:solidFill>
                <a:schemeClr val="dk1"/>
              </a:solidFill>
            </a:endParaRPr>
          </a:p>
          <a:p>
            <a:pPr indent="-3238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Char char="●"/>
            </a:pPr>
            <a:r>
              <a:rPr b="1" lang="en" sz="1500">
                <a:solidFill>
                  <a:schemeClr val="dk1"/>
                </a:solidFill>
              </a:rPr>
              <a:t>Learner:</a:t>
            </a:r>
            <a:r>
              <a:rPr lang="en" sz="1500">
                <a:solidFill>
                  <a:schemeClr val="dk1"/>
                </a:solidFill>
              </a:rPr>
              <a:t> Skill swap, job applications, study groups, AI recommendations.</a:t>
            </a:r>
            <a:endParaRPr sz="1500">
              <a:solidFill>
                <a:schemeClr val="dk1"/>
              </a:solidFill>
            </a:endParaRPr>
          </a:p>
          <a:p>
            <a:pPr indent="-3238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Char char="●"/>
            </a:pPr>
            <a:r>
              <a:rPr b="1" lang="en" sz="1500">
                <a:solidFill>
                  <a:schemeClr val="dk1"/>
                </a:solidFill>
              </a:rPr>
              <a:t>Mentor:</a:t>
            </a:r>
            <a:r>
              <a:rPr lang="en" sz="1500">
                <a:solidFill>
                  <a:schemeClr val="dk1"/>
                </a:solidFill>
              </a:rPr>
              <a:t> Skill validation, learning sessions, career guidance</a:t>
            </a:r>
            <a:endParaRPr sz="1500">
              <a:solidFill>
                <a:schemeClr val="dk1"/>
              </a:solidFill>
            </a:endParaRPr>
          </a:p>
          <a:p>
            <a:pPr indent="-3238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Char char="●"/>
            </a:pPr>
            <a:r>
              <a:rPr b="1" lang="en" sz="1500">
                <a:solidFill>
                  <a:schemeClr val="dk1"/>
                </a:solidFill>
              </a:rPr>
              <a:t>Employer:</a:t>
            </a:r>
            <a:r>
              <a:rPr lang="en" sz="1500">
                <a:solidFill>
                  <a:schemeClr val="dk1"/>
                </a:solidFill>
              </a:rPr>
              <a:t> Job postings, candidate reviews, interviews.</a:t>
            </a:r>
            <a:endParaRPr b="1" sz="1500">
              <a:solidFill>
                <a:schemeClr val="dk1"/>
              </a:solidFill>
              <a:latin typeface="Lexend"/>
              <a:ea typeface="Lexend"/>
              <a:cs typeface="Lexend"/>
              <a:sym typeface="Lexend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27"/>
          <p:cNvSpPr/>
          <p:nvPr/>
        </p:nvSpPr>
        <p:spPr>
          <a:xfrm>
            <a:off x="0" y="0"/>
            <a:ext cx="9144000" cy="5143500"/>
          </a:xfrm>
          <a:custGeom>
            <a:rect b="b" l="l" r="r" t="t"/>
            <a:pathLst>
              <a:path extrusionOk="0"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151" name="Google Shape;151;p27"/>
          <p:cNvSpPr txBox="1"/>
          <p:nvPr/>
        </p:nvSpPr>
        <p:spPr>
          <a:xfrm>
            <a:off x="500575" y="235575"/>
            <a:ext cx="8081100" cy="41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>
                <a:solidFill>
                  <a:schemeClr val="dk1"/>
                </a:solidFill>
                <a:latin typeface="Outfit ExtraBold"/>
                <a:ea typeface="Outfit ExtraBold"/>
                <a:cs typeface="Outfit ExtraBold"/>
                <a:sym typeface="Outfit ExtraBold"/>
              </a:rPr>
              <a:t>Innovation (Showstopper)</a:t>
            </a:r>
            <a:endParaRPr sz="2600">
              <a:solidFill>
                <a:schemeClr val="dk1"/>
              </a:solidFill>
              <a:latin typeface="Outfit ExtraBold"/>
              <a:ea typeface="Outfit ExtraBold"/>
              <a:cs typeface="Outfit ExtraBold"/>
              <a:sym typeface="Outfit ExtraBold"/>
            </a:endParaRPr>
          </a:p>
        </p:txBody>
      </p:sp>
      <p:sp>
        <p:nvSpPr>
          <p:cNvPr id="152" name="Google Shape;152;p27"/>
          <p:cNvSpPr txBox="1"/>
          <p:nvPr/>
        </p:nvSpPr>
        <p:spPr>
          <a:xfrm>
            <a:off x="796950" y="1364275"/>
            <a:ext cx="6302700" cy="367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29210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Lexend"/>
              <a:buAutoNum type="arabicPeriod"/>
            </a:pPr>
            <a:r>
              <a:rPr b="1" lang="en" sz="1000">
                <a:solidFill>
                  <a:schemeClr val="dk1"/>
                </a:solidFill>
                <a:latin typeface="Lexend"/>
                <a:ea typeface="Lexend"/>
                <a:cs typeface="Lexend"/>
                <a:sym typeface="Lexend"/>
              </a:rPr>
              <a:t>Skill Swap Marketplace</a:t>
            </a:r>
            <a:endParaRPr b="1" sz="1000">
              <a:solidFill>
                <a:schemeClr val="dk1"/>
              </a:solidFill>
              <a:latin typeface="Lexend"/>
              <a:ea typeface="Lexend"/>
              <a:cs typeface="Lexend"/>
              <a:sym typeface="Lexend"/>
            </a:endParaRPr>
          </a:p>
          <a:p>
            <a:pPr indent="-2921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Lexend"/>
              <a:buChar char="○"/>
            </a:pPr>
            <a:r>
              <a:rPr lang="en" sz="1000">
                <a:solidFill>
                  <a:schemeClr val="dk1"/>
                </a:solidFill>
                <a:latin typeface="Lexend"/>
                <a:ea typeface="Lexend"/>
                <a:cs typeface="Lexend"/>
                <a:sym typeface="Lexend"/>
              </a:rPr>
              <a:t>Users exchange skills (e.g., coding for UI/UX) using a time-based token system.</a:t>
            </a:r>
            <a:endParaRPr sz="1000">
              <a:solidFill>
                <a:schemeClr val="dk1"/>
              </a:solidFill>
              <a:latin typeface="Lexend"/>
              <a:ea typeface="Lexend"/>
              <a:cs typeface="Lexend"/>
              <a:sym typeface="Lexend"/>
            </a:endParaRPr>
          </a:p>
          <a:p>
            <a:pPr indent="-2921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Lexend"/>
              <a:buChar char="○"/>
            </a:pPr>
            <a:r>
              <a:rPr lang="en" sz="1000">
                <a:solidFill>
                  <a:schemeClr val="dk1"/>
                </a:solidFill>
                <a:latin typeface="Lexend"/>
                <a:ea typeface="Lexend"/>
                <a:cs typeface="Lexend"/>
                <a:sym typeface="Lexend"/>
              </a:rPr>
              <a:t>AI or manual matching ensures fair and relevant learning exchanges.</a:t>
            </a:r>
            <a:endParaRPr sz="1000">
              <a:solidFill>
                <a:schemeClr val="dk1"/>
              </a:solidFill>
              <a:latin typeface="Lexend"/>
              <a:ea typeface="Lexend"/>
              <a:cs typeface="Lexend"/>
              <a:sym typeface="Lexend"/>
            </a:endParaRPr>
          </a:p>
          <a:p>
            <a:pPr indent="-2921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Lexend"/>
              <a:buAutoNum type="arabicPeriod"/>
            </a:pPr>
            <a:r>
              <a:rPr b="1" lang="en" sz="1000">
                <a:solidFill>
                  <a:schemeClr val="dk1"/>
                </a:solidFill>
                <a:latin typeface="Lexend"/>
                <a:ea typeface="Lexend"/>
                <a:cs typeface="Lexend"/>
                <a:sym typeface="Lexend"/>
              </a:rPr>
              <a:t>Job Market Integration</a:t>
            </a:r>
            <a:endParaRPr b="1" sz="1000">
              <a:solidFill>
                <a:schemeClr val="dk1"/>
              </a:solidFill>
              <a:latin typeface="Lexend"/>
              <a:ea typeface="Lexend"/>
              <a:cs typeface="Lexend"/>
              <a:sym typeface="Lexend"/>
            </a:endParaRPr>
          </a:p>
          <a:p>
            <a:pPr indent="-2921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Lexend"/>
              <a:buChar char="○"/>
            </a:pPr>
            <a:r>
              <a:rPr lang="en" sz="1000">
                <a:solidFill>
                  <a:schemeClr val="dk1"/>
                </a:solidFill>
                <a:latin typeface="Lexend"/>
                <a:ea typeface="Lexend"/>
                <a:cs typeface="Lexend"/>
                <a:sym typeface="Lexend"/>
              </a:rPr>
              <a:t>AI-driven smart job matching connects users with relevant opportunities.</a:t>
            </a:r>
            <a:endParaRPr sz="1000">
              <a:solidFill>
                <a:schemeClr val="dk1"/>
              </a:solidFill>
              <a:latin typeface="Lexend"/>
              <a:ea typeface="Lexend"/>
              <a:cs typeface="Lexend"/>
              <a:sym typeface="Lexend"/>
            </a:endParaRPr>
          </a:p>
          <a:p>
            <a:pPr indent="-2921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Lexend"/>
              <a:buChar char="○"/>
            </a:pPr>
            <a:r>
              <a:rPr lang="en" sz="1000">
                <a:solidFill>
                  <a:schemeClr val="dk1"/>
                </a:solidFill>
                <a:latin typeface="Lexend"/>
                <a:ea typeface="Lexend"/>
                <a:cs typeface="Lexend"/>
                <a:sym typeface="Lexend"/>
              </a:rPr>
              <a:t>Includes resume building, interview prep, and direct recruitment.</a:t>
            </a:r>
            <a:endParaRPr sz="1000">
              <a:solidFill>
                <a:schemeClr val="dk1"/>
              </a:solidFill>
              <a:latin typeface="Lexend"/>
              <a:ea typeface="Lexend"/>
              <a:cs typeface="Lexend"/>
              <a:sym typeface="Lexend"/>
            </a:endParaRPr>
          </a:p>
          <a:p>
            <a:pPr indent="-2921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Lexend"/>
              <a:buAutoNum type="arabicPeriod"/>
            </a:pPr>
            <a:r>
              <a:rPr b="1" lang="en" sz="1000">
                <a:solidFill>
                  <a:schemeClr val="dk1"/>
                </a:solidFill>
                <a:latin typeface="Lexend"/>
                <a:ea typeface="Lexend"/>
                <a:cs typeface="Lexend"/>
                <a:sym typeface="Lexend"/>
              </a:rPr>
              <a:t>Instant AI Resume &amp; Portfolio Generator</a:t>
            </a:r>
            <a:endParaRPr b="1" sz="1000">
              <a:solidFill>
                <a:schemeClr val="dk1"/>
              </a:solidFill>
              <a:latin typeface="Lexend"/>
              <a:ea typeface="Lexend"/>
              <a:cs typeface="Lexend"/>
              <a:sym typeface="Lexend"/>
            </a:endParaRPr>
          </a:p>
          <a:p>
            <a:pPr indent="-2921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Lexend"/>
              <a:buChar char="○"/>
            </a:pPr>
            <a:r>
              <a:rPr lang="en" sz="1000">
                <a:solidFill>
                  <a:schemeClr val="dk1"/>
                </a:solidFill>
                <a:latin typeface="Lexend"/>
                <a:ea typeface="Lexend"/>
                <a:cs typeface="Lexend"/>
                <a:sym typeface="Lexend"/>
              </a:rPr>
              <a:t>AI creates professional resumes, cover letters, and project portfolios.</a:t>
            </a:r>
            <a:endParaRPr sz="1000">
              <a:solidFill>
                <a:schemeClr val="dk1"/>
              </a:solidFill>
              <a:latin typeface="Lexend"/>
              <a:ea typeface="Lexend"/>
              <a:cs typeface="Lexend"/>
              <a:sym typeface="Lexend"/>
            </a:endParaRPr>
          </a:p>
          <a:p>
            <a:pPr indent="-2921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Lexend"/>
              <a:buChar char="○"/>
            </a:pPr>
            <a:r>
              <a:rPr lang="en" sz="1000">
                <a:solidFill>
                  <a:schemeClr val="dk1"/>
                </a:solidFill>
                <a:latin typeface="Lexend"/>
                <a:ea typeface="Lexend"/>
                <a:cs typeface="Lexend"/>
                <a:sym typeface="Lexend"/>
              </a:rPr>
              <a:t>Real-time updates based on new certifications and work experience.</a:t>
            </a:r>
            <a:endParaRPr sz="1000">
              <a:solidFill>
                <a:schemeClr val="dk1"/>
              </a:solidFill>
              <a:latin typeface="Lexend"/>
              <a:ea typeface="Lexend"/>
              <a:cs typeface="Lexend"/>
              <a:sym typeface="Lexend"/>
            </a:endParaRPr>
          </a:p>
          <a:p>
            <a:pPr indent="-2921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Lexend"/>
              <a:buAutoNum type="arabicPeriod"/>
            </a:pPr>
            <a:r>
              <a:rPr b="1" lang="en" sz="1000">
                <a:solidFill>
                  <a:schemeClr val="dk1"/>
                </a:solidFill>
                <a:latin typeface="Lexend"/>
                <a:ea typeface="Lexend"/>
                <a:cs typeface="Lexend"/>
                <a:sym typeface="Lexend"/>
              </a:rPr>
              <a:t>Gamified Skill Challenges</a:t>
            </a:r>
            <a:r>
              <a:rPr b="1" lang="en" sz="1000">
                <a:solidFill>
                  <a:schemeClr val="dk1"/>
                </a:solidFill>
                <a:latin typeface="Lexend"/>
                <a:ea typeface="Lexend"/>
                <a:cs typeface="Lexend"/>
                <a:sym typeface="Lexend"/>
              </a:rPr>
              <a:t> &amp; Hackathons</a:t>
            </a:r>
            <a:endParaRPr b="1" sz="1000">
              <a:solidFill>
                <a:schemeClr val="dk1"/>
              </a:solidFill>
              <a:latin typeface="Lexend"/>
              <a:ea typeface="Lexend"/>
              <a:cs typeface="Lexend"/>
              <a:sym typeface="Lexend"/>
            </a:endParaRPr>
          </a:p>
          <a:p>
            <a:pPr indent="-2921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Lexend"/>
              <a:buChar char="○"/>
            </a:pPr>
            <a:r>
              <a:rPr lang="en" sz="1000">
                <a:solidFill>
                  <a:schemeClr val="dk1"/>
                </a:solidFill>
                <a:latin typeface="Lexend"/>
                <a:ea typeface="Lexend"/>
                <a:cs typeface="Lexend"/>
                <a:sym typeface="Lexend"/>
              </a:rPr>
              <a:t>Daily challenges, leaderboards, and digital badges for skill mastery.</a:t>
            </a:r>
            <a:endParaRPr sz="1000">
              <a:solidFill>
                <a:schemeClr val="dk1"/>
              </a:solidFill>
              <a:latin typeface="Lexend"/>
              <a:ea typeface="Lexend"/>
              <a:cs typeface="Lexend"/>
              <a:sym typeface="Lexend"/>
            </a:endParaRPr>
          </a:p>
          <a:p>
            <a:pPr indent="-2921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Lexend"/>
              <a:buChar char="○"/>
            </a:pPr>
            <a:r>
              <a:rPr lang="en" sz="1000">
                <a:solidFill>
                  <a:schemeClr val="dk1"/>
                </a:solidFill>
                <a:latin typeface="Lexend"/>
                <a:ea typeface="Lexend"/>
                <a:cs typeface="Lexend"/>
                <a:sym typeface="Lexend"/>
              </a:rPr>
              <a:t>Community-driven hackathons to foster engagement and innovation.</a:t>
            </a:r>
            <a:endParaRPr sz="1000">
              <a:solidFill>
                <a:schemeClr val="dk1"/>
              </a:solidFill>
              <a:latin typeface="Lexend"/>
              <a:ea typeface="Lexend"/>
              <a:cs typeface="Lexend"/>
              <a:sym typeface="Lexend"/>
            </a:endParaRPr>
          </a:p>
          <a:p>
            <a:pPr indent="-2921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Lexend"/>
              <a:buAutoNum type="arabicPeriod"/>
            </a:pPr>
            <a:r>
              <a:rPr b="1" lang="en" sz="1000">
                <a:solidFill>
                  <a:schemeClr val="dk1"/>
                </a:solidFill>
                <a:latin typeface="Lexend"/>
                <a:ea typeface="Lexend"/>
                <a:cs typeface="Lexend"/>
                <a:sym typeface="Lexend"/>
              </a:rPr>
              <a:t>Personalized Study Groups &amp; Accountability Buddies</a:t>
            </a:r>
            <a:endParaRPr b="1" sz="1000">
              <a:solidFill>
                <a:schemeClr val="dk1"/>
              </a:solidFill>
              <a:latin typeface="Lexend"/>
              <a:ea typeface="Lexend"/>
              <a:cs typeface="Lexend"/>
              <a:sym typeface="Lexend"/>
            </a:endParaRPr>
          </a:p>
          <a:p>
            <a:pPr indent="-2921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Lexend"/>
              <a:buChar char="○"/>
            </a:pPr>
            <a:r>
              <a:rPr lang="en" sz="1000">
                <a:solidFill>
                  <a:schemeClr val="dk1"/>
                </a:solidFill>
                <a:latin typeface="Lexend"/>
                <a:ea typeface="Lexend"/>
                <a:cs typeface="Lexend"/>
                <a:sym typeface="Lexend"/>
              </a:rPr>
              <a:t>AI matches users with peers and mentors based on learning goals.</a:t>
            </a:r>
            <a:endParaRPr sz="1000">
              <a:solidFill>
                <a:schemeClr val="dk1"/>
              </a:solidFill>
              <a:latin typeface="Lexend"/>
              <a:ea typeface="Lexend"/>
              <a:cs typeface="Lexend"/>
              <a:sym typeface="Lexend"/>
            </a:endParaRPr>
          </a:p>
          <a:p>
            <a:pPr indent="-2921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Lexend"/>
              <a:buChar char="○"/>
            </a:pPr>
            <a:r>
              <a:rPr lang="en" sz="1000">
                <a:solidFill>
                  <a:schemeClr val="dk1"/>
                </a:solidFill>
                <a:latin typeface="Lexend"/>
                <a:ea typeface="Lexend"/>
                <a:cs typeface="Lexend"/>
                <a:sym typeface="Lexend"/>
              </a:rPr>
              <a:t>Virtual study groups with progress tracking for motivation.</a:t>
            </a:r>
            <a:endParaRPr sz="1000">
              <a:solidFill>
                <a:schemeClr val="dk1"/>
              </a:solidFill>
              <a:latin typeface="Lexend"/>
              <a:ea typeface="Lexend"/>
              <a:cs typeface="Lexend"/>
              <a:sym typeface="Lexend"/>
            </a:endParaRPr>
          </a:p>
          <a:p>
            <a:pPr indent="-2921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Lexend"/>
              <a:buAutoNum type="arabicPeriod"/>
            </a:pPr>
            <a:r>
              <a:rPr b="1" lang="en" sz="1000">
                <a:solidFill>
                  <a:schemeClr val="dk1"/>
                </a:solidFill>
                <a:latin typeface="Lexend"/>
                <a:ea typeface="Lexend"/>
                <a:cs typeface="Lexend"/>
                <a:sym typeface="Lexend"/>
              </a:rPr>
              <a:t>Instant Skill Endorsements from Mentors</a:t>
            </a:r>
            <a:endParaRPr b="1" sz="1000">
              <a:solidFill>
                <a:schemeClr val="dk1"/>
              </a:solidFill>
              <a:latin typeface="Lexend"/>
              <a:ea typeface="Lexend"/>
              <a:cs typeface="Lexend"/>
              <a:sym typeface="Lexend"/>
            </a:endParaRPr>
          </a:p>
          <a:p>
            <a:pPr indent="-2921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Lexend"/>
              <a:buChar char="○"/>
            </a:pPr>
            <a:r>
              <a:rPr lang="en" sz="1000">
                <a:solidFill>
                  <a:schemeClr val="dk1"/>
                </a:solidFill>
                <a:latin typeface="Lexend"/>
                <a:ea typeface="Lexend"/>
                <a:cs typeface="Lexend"/>
                <a:sym typeface="Lexend"/>
              </a:rPr>
              <a:t>Industry experts validate skills based on projects and performance.</a:t>
            </a:r>
            <a:endParaRPr sz="1000">
              <a:solidFill>
                <a:schemeClr val="dk1"/>
              </a:solidFill>
              <a:latin typeface="Lexend"/>
              <a:ea typeface="Lexend"/>
              <a:cs typeface="Lexend"/>
              <a:sym typeface="Lexend"/>
            </a:endParaRPr>
          </a:p>
          <a:p>
            <a:pPr indent="-2921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Lexend"/>
              <a:buChar char="○"/>
            </a:pPr>
            <a:r>
              <a:rPr lang="en" sz="1000">
                <a:solidFill>
                  <a:schemeClr val="dk1"/>
                </a:solidFill>
                <a:latin typeface="Lexend"/>
                <a:ea typeface="Lexend"/>
                <a:cs typeface="Lexend"/>
                <a:sym typeface="Lexend"/>
              </a:rPr>
              <a:t>Enhances credibility, boosting job and freelancing prospects.</a:t>
            </a:r>
            <a:endParaRPr sz="1000">
              <a:solidFill>
                <a:schemeClr val="dk1"/>
              </a:solidFill>
              <a:latin typeface="Lexend"/>
              <a:ea typeface="Lexend"/>
              <a:cs typeface="Lexend"/>
              <a:sym typeface="Lexend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b="1" sz="10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8"/>
          <p:cNvSpPr/>
          <p:nvPr/>
        </p:nvSpPr>
        <p:spPr>
          <a:xfrm>
            <a:off x="0" y="0"/>
            <a:ext cx="9144000" cy="5143500"/>
          </a:xfrm>
          <a:custGeom>
            <a:rect b="b" l="l" r="r" t="t"/>
            <a:pathLst>
              <a:path extrusionOk="0"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162" name="Google Shape;162;p28"/>
          <p:cNvSpPr txBox="1"/>
          <p:nvPr/>
        </p:nvSpPr>
        <p:spPr>
          <a:xfrm>
            <a:off x="500575" y="235575"/>
            <a:ext cx="8081100" cy="41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>
                <a:solidFill>
                  <a:schemeClr val="dk1"/>
                </a:solidFill>
                <a:latin typeface="Outfit ExtraBold"/>
                <a:ea typeface="Outfit ExtraBold"/>
                <a:cs typeface="Outfit ExtraBold"/>
                <a:sym typeface="Outfit ExtraBold"/>
              </a:rPr>
              <a:t>Tech Stack</a:t>
            </a:r>
            <a:endParaRPr sz="1000">
              <a:solidFill>
                <a:schemeClr val="dk1"/>
              </a:solidFill>
              <a:latin typeface="Impact"/>
              <a:ea typeface="Impact"/>
              <a:cs typeface="Impact"/>
              <a:sym typeface="Impact"/>
            </a:endParaRPr>
          </a:p>
        </p:txBody>
      </p:sp>
      <p:sp>
        <p:nvSpPr>
          <p:cNvPr id="163" name="Google Shape;163;p28"/>
          <p:cNvSpPr txBox="1"/>
          <p:nvPr/>
        </p:nvSpPr>
        <p:spPr>
          <a:xfrm>
            <a:off x="968450" y="1388675"/>
            <a:ext cx="7410000" cy="2232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900">
                <a:solidFill>
                  <a:schemeClr val="dk1"/>
                </a:solidFill>
              </a:rPr>
              <a:t>Frontend:</a:t>
            </a:r>
            <a:r>
              <a:rPr lang="en" sz="1900">
                <a:solidFill>
                  <a:schemeClr val="dk1"/>
                </a:solidFill>
              </a:rPr>
              <a:t> React.js</a:t>
            </a:r>
            <a:br>
              <a:rPr lang="en" sz="1900">
                <a:solidFill>
                  <a:schemeClr val="dk1"/>
                </a:solidFill>
              </a:rPr>
            </a:br>
            <a:endParaRPr sz="19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900">
                <a:solidFill>
                  <a:schemeClr val="dk1"/>
                </a:solidFill>
              </a:rPr>
              <a:t>Backend:</a:t>
            </a:r>
            <a:r>
              <a:rPr lang="en" sz="1900">
                <a:solidFill>
                  <a:schemeClr val="dk1"/>
                </a:solidFill>
              </a:rPr>
              <a:t> Node.js, Flask</a:t>
            </a:r>
            <a:br>
              <a:rPr lang="en" sz="1900">
                <a:solidFill>
                  <a:schemeClr val="dk1"/>
                </a:solidFill>
              </a:rPr>
            </a:br>
            <a:endParaRPr sz="19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900">
                <a:solidFill>
                  <a:schemeClr val="dk1"/>
                </a:solidFill>
              </a:rPr>
              <a:t>Database:</a:t>
            </a:r>
            <a:r>
              <a:rPr lang="en" sz="1900">
                <a:solidFill>
                  <a:schemeClr val="dk1"/>
                </a:solidFill>
              </a:rPr>
              <a:t> MongoDB</a:t>
            </a:r>
            <a:br>
              <a:rPr lang="en" sz="1900">
                <a:solidFill>
                  <a:schemeClr val="dk1"/>
                </a:solidFill>
              </a:rPr>
            </a:br>
            <a:endParaRPr sz="19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900">
                <a:solidFill>
                  <a:schemeClr val="dk1"/>
                </a:solidFill>
              </a:rPr>
              <a:t>Machine Learning:</a:t>
            </a:r>
            <a:r>
              <a:rPr lang="en" sz="1900">
                <a:solidFill>
                  <a:schemeClr val="dk1"/>
                </a:solidFill>
              </a:rPr>
              <a:t> Python</a:t>
            </a:r>
            <a:endParaRPr sz="1900">
              <a:solidFill>
                <a:schemeClr val="dk1"/>
              </a:solidFill>
            </a:endParaRPr>
          </a:p>
        </p:txBody>
      </p:sp>
      <p:pic>
        <p:nvPicPr>
          <p:cNvPr id="164" name="Google Shape;164;p28"/>
          <p:cNvPicPr preferRelativeResize="0"/>
          <p:nvPr/>
        </p:nvPicPr>
        <p:blipFill rotWithShape="1">
          <a:blip r:embed="rId4">
            <a:alphaModFix/>
          </a:blip>
          <a:srcRect b="11087" l="5488" r="7524" t="0"/>
          <a:stretch/>
        </p:blipFill>
        <p:spPr>
          <a:xfrm>
            <a:off x="4572000" y="1444725"/>
            <a:ext cx="3893525" cy="21199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9"/>
          <p:cNvSpPr/>
          <p:nvPr/>
        </p:nvSpPr>
        <p:spPr>
          <a:xfrm>
            <a:off x="-804200" y="-73450"/>
            <a:ext cx="10058400" cy="5220652"/>
          </a:xfrm>
          <a:custGeom>
            <a:rect b="b" l="l" r="r" t="t"/>
            <a:pathLst>
              <a:path extrusionOk="0"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174" name="Google Shape;174;p29"/>
          <p:cNvSpPr txBox="1"/>
          <p:nvPr/>
        </p:nvSpPr>
        <p:spPr>
          <a:xfrm>
            <a:off x="138725" y="223050"/>
            <a:ext cx="8081100" cy="41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2400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rPr>
              <a:t>Prototype</a:t>
            </a:r>
            <a:endParaRPr b="1" sz="1800">
              <a:solidFill>
                <a:schemeClr val="dk1"/>
              </a:solidFill>
              <a:latin typeface="Outfit"/>
              <a:ea typeface="Outfit"/>
              <a:cs typeface="Outfit"/>
              <a:sym typeface="Outfit"/>
            </a:endParaRPr>
          </a:p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600">
              <a:solidFill>
                <a:schemeClr val="dk1"/>
              </a:solidFill>
              <a:latin typeface="Outfit ExtraBold"/>
              <a:ea typeface="Outfit ExtraBold"/>
              <a:cs typeface="Outfit ExtraBold"/>
              <a:sym typeface="Outfit ExtraBold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dk1"/>
              </a:solidFill>
              <a:latin typeface="Impact"/>
              <a:ea typeface="Impact"/>
              <a:cs typeface="Impact"/>
              <a:sym typeface="Impact"/>
            </a:endParaRPr>
          </a:p>
        </p:txBody>
      </p:sp>
      <p:sp>
        <p:nvSpPr>
          <p:cNvPr id="175" name="Google Shape;175;p29"/>
          <p:cNvSpPr txBox="1"/>
          <p:nvPr/>
        </p:nvSpPr>
        <p:spPr>
          <a:xfrm>
            <a:off x="4639150" y="1471275"/>
            <a:ext cx="3003300" cy="415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b="1" sz="1500">
              <a:solidFill>
                <a:schemeClr val="dk1"/>
              </a:solidFill>
              <a:latin typeface="Lexend"/>
              <a:ea typeface="Lexend"/>
              <a:cs typeface="Lexend"/>
              <a:sym typeface="Lexend"/>
            </a:endParaRPr>
          </a:p>
        </p:txBody>
      </p:sp>
      <p:pic>
        <p:nvPicPr>
          <p:cNvPr id="176" name="Google Shape;176;p2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363563"/>
            <a:ext cx="4138574" cy="2972074"/>
          </a:xfrm>
          <a:prstGeom prst="rect">
            <a:avLst/>
          </a:prstGeom>
          <a:noFill/>
          <a:ln>
            <a:noFill/>
          </a:ln>
        </p:spPr>
      </p:pic>
      <p:sp>
        <p:nvSpPr>
          <p:cNvPr id="177" name="Google Shape;177;p29"/>
          <p:cNvSpPr txBox="1"/>
          <p:nvPr/>
        </p:nvSpPr>
        <p:spPr>
          <a:xfrm>
            <a:off x="1086325" y="4335625"/>
            <a:ext cx="1965900" cy="4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Learner Dashboard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78" name="Google Shape;178;p29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235200" y="1363575"/>
            <a:ext cx="4197351" cy="2972049"/>
          </a:xfrm>
          <a:prstGeom prst="rect">
            <a:avLst/>
          </a:prstGeom>
          <a:noFill/>
          <a:ln>
            <a:noFill/>
          </a:ln>
        </p:spPr>
      </p:pic>
      <p:sp>
        <p:nvSpPr>
          <p:cNvPr id="179" name="Google Shape;179;p29"/>
          <p:cNvSpPr txBox="1"/>
          <p:nvPr/>
        </p:nvSpPr>
        <p:spPr>
          <a:xfrm>
            <a:off x="5350925" y="4335625"/>
            <a:ext cx="1965900" cy="4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Mentor</a:t>
            </a:r>
            <a:r>
              <a:rPr lang="en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Dashboard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30"/>
          <p:cNvSpPr/>
          <p:nvPr/>
        </p:nvSpPr>
        <p:spPr>
          <a:xfrm>
            <a:off x="-801275" y="-331725"/>
            <a:ext cx="10378440" cy="5863590"/>
          </a:xfrm>
          <a:custGeom>
            <a:rect b="b" l="l" r="r" t="t"/>
            <a:pathLst>
              <a:path extrusionOk="0"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189" name="Google Shape;189;p30"/>
          <p:cNvSpPr txBox="1"/>
          <p:nvPr/>
        </p:nvSpPr>
        <p:spPr>
          <a:xfrm>
            <a:off x="0" y="110525"/>
            <a:ext cx="8487900" cy="41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400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rPr>
              <a:t>Use Case Diagram</a:t>
            </a:r>
            <a:endParaRPr b="1" sz="1800">
              <a:solidFill>
                <a:schemeClr val="dk1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pic>
        <p:nvPicPr>
          <p:cNvPr id="190" name="Google Shape;190;p30" title="diagram-export-3-28-2025-9_58_41-A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-71450" y="1090694"/>
            <a:ext cx="9144003" cy="398573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31"/>
          <p:cNvSpPr/>
          <p:nvPr/>
        </p:nvSpPr>
        <p:spPr>
          <a:xfrm>
            <a:off x="-801275" y="-331725"/>
            <a:ext cx="10378440" cy="5863590"/>
          </a:xfrm>
          <a:custGeom>
            <a:rect b="b" l="l" r="r" t="t"/>
            <a:pathLst>
              <a:path extrusionOk="0"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200" name="Google Shape;200;p31"/>
          <p:cNvSpPr txBox="1"/>
          <p:nvPr/>
        </p:nvSpPr>
        <p:spPr>
          <a:xfrm>
            <a:off x="0" y="110525"/>
            <a:ext cx="8487900" cy="41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400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rPr>
              <a:t>Future Objective</a:t>
            </a:r>
            <a:endParaRPr b="1" sz="1800">
              <a:solidFill>
                <a:schemeClr val="dk1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201" name="Google Shape;201;p31"/>
          <p:cNvSpPr txBox="1"/>
          <p:nvPr/>
        </p:nvSpPr>
        <p:spPr>
          <a:xfrm>
            <a:off x="276000" y="1391175"/>
            <a:ext cx="7935900" cy="3336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238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Lexend"/>
              <a:buAutoNum type="arabicPeriod"/>
            </a:pPr>
            <a:r>
              <a:rPr b="1" lang="en" sz="1500">
                <a:solidFill>
                  <a:schemeClr val="dk1"/>
                </a:solidFill>
                <a:latin typeface="Lexend"/>
                <a:ea typeface="Lexend"/>
                <a:cs typeface="Lexend"/>
                <a:sym typeface="Lexend"/>
              </a:rPr>
              <a:t>Decentralized Learning &amp; Skill Verification</a:t>
            </a:r>
            <a:endParaRPr b="1" sz="1500">
              <a:solidFill>
                <a:schemeClr val="dk1"/>
              </a:solidFill>
              <a:latin typeface="Lexend"/>
              <a:ea typeface="Lexend"/>
              <a:cs typeface="Lexend"/>
              <a:sym typeface="Lexend"/>
            </a:endParaRPr>
          </a:p>
          <a:p>
            <a:pPr indent="-3238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Lexend Light"/>
              <a:buAutoNum type="alphaLcPeriod"/>
            </a:pPr>
            <a:r>
              <a:rPr lang="en" sz="1500">
                <a:solidFill>
                  <a:schemeClr val="dk1"/>
                </a:solidFill>
                <a:latin typeface="Lexend Light"/>
                <a:ea typeface="Lexend Light"/>
                <a:cs typeface="Lexend Light"/>
                <a:sym typeface="Lexend Light"/>
              </a:rPr>
              <a:t>Blockchain-based certificates for verified skill endorsements.</a:t>
            </a:r>
            <a:endParaRPr sz="1500">
              <a:solidFill>
                <a:schemeClr val="dk1"/>
              </a:solidFill>
              <a:latin typeface="Lexend Light"/>
              <a:ea typeface="Lexend Light"/>
              <a:cs typeface="Lexend Light"/>
              <a:sym typeface="Lexend Light"/>
            </a:endParaRPr>
          </a:p>
          <a:p>
            <a:pPr indent="-3238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Lexend Light"/>
              <a:buAutoNum type="alphaLcPeriod"/>
            </a:pPr>
            <a:r>
              <a:rPr lang="en" sz="1500">
                <a:solidFill>
                  <a:schemeClr val="dk1"/>
                </a:solidFill>
                <a:latin typeface="Lexend Light"/>
                <a:ea typeface="Lexend Light"/>
                <a:cs typeface="Lexend Light"/>
                <a:sym typeface="Lexend Light"/>
              </a:rPr>
              <a:t>Decentralized skill records to ensure credibility across platforms.</a:t>
            </a:r>
            <a:endParaRPr sz="1500">
              <a:solidFill>
                <a:schemeClr val="dk1"/>
              </a:solidFill>
              <a:latin typeface="Lexend Light"/>
              <a:ea typeface="Lexend Light"/>
              <a:cs typeface="Lexend Light"/>
              <a:sym typeface="Lexend Light"/>
            </a:endParaRPr>
          </a:p>
          <a:p>
            <a:pPr indent="-3238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Lexend"/>
              <a:buAutoNum type="arabicPeriod"/>
            </a:pPr>
            <a:r>
              <a:rPr b="1" lang="en" sz="1500">
                <a:solidFill>
                  <a:schemeClr val="dk1"/>
                </a:solidFill>
                <a:latin typeface="Lexend"/>
                <a:ea typeface="Lexend"/>
                <a:cs typeface="Lexend"/>
                <a:sym typeface="Lexend"/>
              </a:rPr>
              <a:t>Metaverse &amp; VR-Based Learning Modules</a:t>
            </a:r>
            <a:endParaRPr b="1" sz="1500">
              <a:solidFill>
                <a:schemeClr val="dk1"/>
              </a:solidFill>
              <a:latin typeface="Lexend"/>
              <a:ea typeface="Lexend"/>
              <a:cs typeface="Lexend"/>
              <a:sym typeface="Lexend"/>
            </a:endParaRPr>
          </a:p>
          <a:p>
            <a:pPr indent="-3238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Lexend Light"/>
              <a:buAutoNum type="alphaLcPeriod"/>
            </a:pPr>
            <a:r>
              <a:rPr lang="en" sz="1500">
                <a:solidFill>
                  <a:schemeClr val="dk1"/>
                </a:solidFill>
                <a:latin typeface="Lexend Light"/>
                <a:ea typeface="Lexend Light"/>
                <a:cs typeface="Lexend Light"/>
                <a:sym typeface="Lexend Light"/>
              </a:rPr>
              <a:t>Immersive learning through VR-based training simulations.</a:t>
            </a:r>
            <a:endParaRPr sz="1500">
              <a:solidFill>
                <a:schemeClr val="dk1"/>
              </a:solidFill>
              <a:latin typeface="Lexend Light"/>
              <a:ea typeface="Lexend Light"/>
              <a:cs typeface="Lexend Light"/>
              <a:sym typeface="Lexend Light"/>
            </a:endParaRPr>
          </a:p>
          <a:p>
            <a:pPr indent="-3238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Lexend Light"/>
              <a:buAutoNum type="alphaLcPeriod"/>
            </a:pPr>
            <a:r>
              <a:rPr lang="en" sz="1500">
                <a:solidFill>
                  <a:schemeClr val="dk1"/>
                </a:solidFill>
                <a:latin typeface="Lexend Light"/>
                <a:ea typeface="Lexend Light"/>
                <a:cs typeface="Lexend Light"/>
                <a:sym typeface="Lexend Light"/>
              </a:rPr>
              <a:t>Virtual skill swap rooms for hands-on learning experiences.</a:t>
            </a:r>
            <a:endParaRPr sz="1500">
              <a:solidFill>
                <a:schemeClr val="dk1"/>
              </a:solidFill>
              <a:latin typeface="Lexend Light"/>
              <a:ea typeface="Lexend Light"/>
              <a:cs typeface="Lexend Light"/>
              <a:sym typeface="Lexend Light"/>
            </a:endParaRPr>
          </a:p>
          <a:p>
            <a:pPr indent="-3238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Lexend"/>
              <a:buAutoNum type="arabicPeriod"/>
            </a:pPr>
            <a:r>
              <a:rPr b="1" lang="en" sz="1500">
                <a:solidFill>
                  <a:schemeClr val="dk1"/>
                </a:solidFill>
                <a:latin typeface="Lexend"/>
                <a:ea typeface="Lexend"/>
                <a:cs typeface="Lexend"/>
                <a:sym typeface="Lexend"/>
              </a:rPr>
              <a:t>Smart Contracts for Skill Exchange &amp; Payments</a:t>
            </a:r>
            <a:endParaRPr b="1" sz="1500">
              <a:solidFill>
                <a:schemeClr val="dk1"/>
              </a:solidFill>
              <a:latin typeface="Lexend"/>
              <a:ea typeface="Lexend"/>
              <a:cs typeface="Lexend"/>
              <a:sym typeface="Lexend"/>
            </a:endParaRPr>
          </a:p>
          <a:p>
            <a:pPr indent="-3238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Lexend Light"/>
              <a:buAutoNum type="alphaLcPeriod"/>
            </a:pPr>
            <a:r>
              <a:rPr lang="en" sz="1500">
                <a:solidFill>
                  <a:schemeClr val="dk1"/>
                </a:solidFill>
                <a:latin typeface="Lexend Light"/>
                <a:ea typeface="Lexend Light"/>
                <a:cs typeface="Lexend Light"/>
                <a:sym typeface="Lexend Light"/>
              </a:rPr>
              <a:t>Secure and automated transactions using blockchain technology.</a:t>
            </a:r>
            <a:endParaRPr sz="1500">
              <a:solidFill>
                <a:schemeClr val="dk1"/>
              </a:solidFill>
              <a:latin typeface="Lexend Light"/>
              <a:ea typeface="Lexend Light"/>
              <a:cs typeface="Lexend Light"/>
              <a:sym typeface="Lexend Light"/>
            </a:endParaRPr>
          </a:p>
          <a:p>
            <a:pPr indent="-3238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Lexend Light"/>
              <a:buAutoNum type="alphaLcPeriod"/>
            </a:pPr>
            <a:r>
              <a:rPr lang="en" sz="1500">
                <a:solidFill>
                  <a:schemeClr val="dk1"/>
                </a:solidFill>
                <a:latin typeface="Lexend Light"/>
                <a:ea typeface="Lexend Light"/>
                <a:cs typeface="Lexend Light"/>
                <a:sym typeface="Lexend Light"/>
              </a:rPr>
              <a:t>Ensures fair exchanges and fraud prevention in freelancing &amp; mentorship.</a:t>
            </a:r>
            <a:endParaRPr sz="1500">
              <a:solidFill>
                <a:schemeClr val="dk1"/>
              </a:solidFill>
              <a:latin typeface="Lexend Light"/>
              <a:ea typeface="Lexend Light"/>
              <a:cs typeface="Lexend Light"/>
              <a:sym typeface="Lexend Light"/>
            </a:endParaRPr>
          </a:p>
          <a:p>
            <a:pPr indent="-3238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Lexend"/>
              <a:buAutoNum type="arabicPeriod"/>
            </a:pPr>
            <a:r>
              <a:rPr b="1" lang="en" sz="1500">
                <a:solidFill>
                  <a:schemeClr val="dk1"/>
                </a:solidFill>
                <a:latin typeface="Lexend"/>
                <a:ea typeface="Lexend"/>
                <a:cs typeface="Lexend"/>
                <a:sym typeface="Lexend"/>
              </a:rPr>
              <a:t>Automated AI Job &amp; Internship Applications</a:t>
            </a:r>
            <a:endParaRPr b="1" sz="1500">
              <a:solidFill>
                <a:schemeClr val="dk1"/>
              </a:solidFill>
              <a:latin typeface="Lexend"/>
              <a:ea typeface="Lexend"/>
              <a:cs typeface="Lexend"/>
              <a:sym typeface="Lexend"/>
            </a:endParaRPr>
          </a:p>
          <a:p>
            <a:pPr indent="-3238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Lexend Light"/>
              <a:buAutoNum type="alphaLcPeriod"/>
            </a:pPr>
            <a:r>
              <a:rPr lang="en" sz="1500">
                <a:solidFill>
                  <a:schemeClr val="dk1"/>
                </a:solidFill>
                <a:latin typeface="Lexend Light"/>
                <a:ea typeface="Lexend Light"/>
                <a:cs typeface="Lexend Light"/>
                <a:sym typeface="Lexend Light"/>
              </a:rPr>
              <a:t>AI auto-applies to relevant jobs and internships based on user skills.</a:t>
            </a:r>
            <a:endParaRPr sz="1500">
              <a:solidFill>
                <a:schemeClr val="dk1"/>
              </a:solidFill>
              <a:latin typeface="Lexend Light"/>
              <a:ea typeface="Lexend Light"/>
              <a:cs typeface="Lexend Light"/>
              <a:sym typeface="Lexend Light"/>
            </a:endParaRPr>
          </a:p>
          <a:p>
            <a:pPr indent="-3238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Lexend Light"/>
              <a:buAutoNum type="alphaLcPeriod"/>
            </a:pPr>
            <a:r>
              <a:rPr lang="en" sz="1500">
                <a:solidFill>
                  <a:schemeClr val="dk1"/>
                </a:solidFill>
                <a:latin typeface="Lexend Light"/>
                <a:ea typeface="Lexend Light"/>
                <a:cs typeface="Lexend Light"/>
                <a:sym typeface="Lexend Light"/>
              </a:rPr>
              <a:t>Smart tracking of application status and interview scheduling.</a:t>
            </a:r>
            <a:endParaRPr sz="1500">
              <a:solidFill>
                <a:schemeClr val="dk1"/>
              </a:solidFill>
              <a:latin typeface="Lexend Light"/>
              <a:ea typeface="Lexend Light"/>
              <a:cs typeface="Lexend Light"/>
              <a:sym typeface="Lexend Light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